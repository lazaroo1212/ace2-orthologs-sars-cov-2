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1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</p:sldIdLst>
  <p:sldSz cy="5143500" cx="9144000"/>
  <p:notesSz cx="6858000" cy="9144000"/>
  <p:embeddedFontLst>
    <p:embeddedFont>
      <p:font typeface="Ubuntu"/>
      <p:regular r:id="rId24"/>
      <p:bold r:id="rId25"/>
      <p:italic r:id="rId26"/>
      <p:boldItalic r:id="rId27"/>
    </p:embeddedFont>
    <p:embeddedFont>
      <p:font typeface="Raleway"/>
      <p:regular r:id="rId28"/>
      <p:bold r:id="rId29"/>
      <p:italic r:id="rId30"/>
      <p:boldItalic r:id="rId31"/>
    </p:embeddedFont>
    <p:embeddedFont>
      <p:font typeface="Inter"/>
      <p:regular r:id="rId32"/>
      <p:bold r:id="rId33"/>
      <p:italic r:id="rId34"/>
      <p:boldItalic r:id="rId3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font" Target="fonts/Ubuntu-regular.fntdata"/><Relationship Id="rId23" Type="http://schemas.openxmlformats.org/officeDocument/2006/relationships/slide" Target="slides/slide19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font" Target="fonts/Ubuntu-italic.fntdata"/><Relationship Id="rId25" Type="http://schemas.openxmlformats.org/officeDocument/2006/relationships/font" Target="fonts/Ubuntu-bold.fntdata"/><Relationship Id="rId28" Type="http://schemas.openxmlformats.org/officeDocument/2006/relationships/font" Target="fonts/Raleway-regular.fntdata"/><Relationship Id="rId27" Type="http://schemas.openxmlformats.org/officeDocument/2006/relationships/font" Target="fonts/Ubuntu-boldItalic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font" Target="fonts/Raleway-bold.fntdata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font" Target="fonts/Raleway-boldItalic.fntdata"/><Relationship Id="rId30" Type="http://schemas.openxmlformats.org/officeDocument/2006/relationships/font" Target="fonts/Raleway-italic.fntdata"/><Relationship Id="rId11" Type="http://schemas.openxmlformats.org/officeDocument/2006/relationships/slide" Target="slides/slide7.xml"/><Relationship Id="rId33" Type="http://schemas.openxmlformats.org/officeDocument/2006/relationships/font" Target="fonts/Inter-bold.fntdata"/><Relationship Id="rId10" Type="http://schemas.openxmlformats.org/officeDocument/2006/relationships/slide" Target="slides/slide6.xml"/><Relationship Id="rId32" Type="http://schemas.openxmlformats.org/officeDocument/2006/relationships/font" Target="fonts/Inter-regular.fntdata"/><Relationship Id="rId13" Type="http://schemas.openxmlformats.org/officeDocument/2006/relationships/slide" Target="slides/slide9.xml"/><Relationship Id="rId35" Type="http://schemas.openxmlformats.org/officeDocument/2006/relationships/font" Target="fonts/Inter-boldItalic.fntdata"/><Relationship Id="rId12" Type="http://schemas.openxmlformats.org/officeDocument/2006/relationships/slide" Target="slides/slide8.xml"/><Relationship Id="rId34" Type="http://schemas.openxmlformats.org/officeDocument/2006/relationships/font" Target="fonts/Inter-italic.fntdata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7" name="Shape 6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8" name="Google Shape;608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9" name="Google Shape;609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6" name="Shape 6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7" name="Google Shape;617;g35cfe2352f0_0_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8" name="Google Shape;618;g35cfe2352f0_0_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6" name="Shape 6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7" name="Google Shape;637;g35d9878c2b1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8" name="Google Shape;638;g35d9878c2b1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6" name="Shape 6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7" name="Google Shape;647;g35d9e0b10a2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8" name="Google Shape;648;g35d9e0b10a2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2" name="Shape 6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3" name="Google Shape;653;g1eb989bc843_0_1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4" name="Google Shape;654;g1eb989bc843_0_1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2" name="Shape 6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3" name="Google Shape;673;g35d9878c2b1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4" name="Google Shape;674;g35d9878c2b1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0" name="Shape 6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1" name="Google Shape;681;g35d9e0b10a2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2" name="Google Shape;682;g35d9e0b10a2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8" name="Shape 6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9" name="Google Shape;689;g35ee9e2b405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0" name="Google Shape;690;g35ee9e2b405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5" name="Shape 6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" name="Google Shape;696;g35cfe2352f0_0_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7" name="Google Shape;697;g35cfe2352f0_0_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5" name="Shape 7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" name="Google Shape;716;g35dc17d67da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7" name="Google Shape;717;g35dc17d67da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1" name="Shape 7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2" name="Google Shape;722;g35de23f8577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3" name="Google Shape;723;g35de23f8577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8" name="Shape 7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9" name="Google Shape;729;g35de23f8577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0" name="Google Shape;730;g35de23f8577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6" name="Shape 7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" name="Google Shape;737;g35de23f8577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8" name="Google Shape;738;g35de23f8577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0" name="Shape 7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1" name="Google Shape;751;g35de23f8577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2" name="Google Shape;752;g35de23f857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7" name="Shape 7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8" name="Google Shape;758;g35e9d1e6fa9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9" name="Google Shape;759;g35e9d1e6fa9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7" name="Shape 7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" name="Google Shape;778;g35cfe2352f0_0_2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9" name="Google Shape;779;g35cfe2352f0_0_2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7" name="Shape 7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" name="Google Shape;788;g35def2f8997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9" name="Google Shape;789;g35def2f8997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1" name="Shape 8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2" name="Google Shape;802;g35def2f8997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3" name="Google Shape;803;g35def2f8997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5" name="Shape 8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6" name="Google Shape;816;g35cfe2352f0_0_1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7" name="Google Shape;817;g35cfe2352f0_0_1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jp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jpg"/><Relationship Id="rId3" Type="http://schemas.openxmlformats.org/officeDocument/2006/relationships/image" Target="../media/image1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jpg"/><Relationship Id="rId3" Type="http://schemas.openxmlformats.org/officeDocument/2006/relationships/image" Target="../media/image1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jpg"/><Relationship Id="rId3" Type="http://schemas.openxmlformats.org/officeDocument/2006/relationships/image" Target="../media/image1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jpg"/><Relationship Id="rId3" Type="http://schemas.openxmlformats.org/officeDocument/2006/relationships/image" Target="../media/image1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jpg"/><Relationship Id="rId3" Type="http://schemas.openxmlformats.org/officeDocument/2006/relationships/image" Target="../media/image1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bit.ly/3A1uf1Q" TargetMode="External"/><Relationship Id="rId3" Type="http://schemas.openxmlformats.org/officeDocument/2006/relationships/hyperlink" Target="http://bit.ly/2TyoMsr" TargetMode="External"/><Relationship Id="rId4" Type="http://schemas.openxmlformats.org/officeDocument/2006/relationships/hyperlink" Target="http://bit.ly/2TtBDfr" TargetMode="External"/><Relationship Id="rId5" Type="http://schemas.openxmlformats.org/officeDocument/2006/relationships/image" Target="../media/image12.jpg"/><Relationship Id="rId6" Type="http://schemas.openxmlformats.org/officeDocument/2006/relationships/image" Target="../media/image1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4283575" y="1462375"/>
            <a:ext cx="3652500" cy="1926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000"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4283575" y="3389100"/>
            <a:ext cx="3652500" cy="409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grpSp>
        <p:nvGrpSpPr>
          <p:cNvPr id="12" name="Google Shape;12;p2"/>
          <p:cNvGrpSpPr/>
          <p:nvPr/>
        </p:nvGrpSpPr>
        <p:grpSpPr>
          <a:xfrm>
            <a:off x="7436225" y="267325"/>
            <a:ext cx="1468428" cy="1489564"/>
            <a:chOff x="7436225" y="267325"/>
            <a:chExt cx="1468428" cy="1489564"/>
          </a:xfrm>
        </p:grpSpPr>
        <p:grpSp>
          <p:nvGrpSpPr>
            <p:cNvPr id="13" name="Google Shape;13;p2"/>
            <p:cNvGrpSpPr/>
            <p:nvPr/>
          </p:nvGrpSpPr>
          <p:grpSpPr>
            <a:xfrm>
              <a:off x="8416700" y="267325"/>
              <a:ext cx="475050" cy="409925"/>
              <a:chOff x="3522825" y="751550"/>
              <a:chExt cx="475050" cy="409925"/>
            </a:xfrm>
          </p:grpSpPr>
          <p:sp>
            <p:nvSpPr>
              <p:cNvPr id="14" name="Google Shape;14;p2"/>
              <p:cNvSpPr/>
              <p:nvPr/>
            </p:nvSpPr>
            <p:spPr>
              <a:xfrm>
                <a:off x="3542125" y="769150"/>
                <a:ext cx="433250" cy="367100"/>
              </a:xfrm>
              <a:custGeom>
                <a:rect b="b" l="l" r="r" t="t"/>
                <a:pathLst>
                  <a:path extrusionOk="0" h="14684" w="17330">
                    <a:moveTo>
                      <a:pt x="0" y="0"/>
                    </a:moveTo>
                    <a:lnTo>
                      <a:pt x="17330" y="9128"/>
                    </a:lnTo>
                    <a:lnTo>
                      <a:pt x="9789" y="14684"/>
                    </a:lnTo>
                    <a:close/>
                  </a:path>
                </a:pathLst>
              </a:custGeom>
              <a:noFill/>
              <a:ln cap="flat" cmpd="sng" w="9525">
                <a:solidFill>
                  <a:schemeClr val="l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sp>
          <p:sp>
            <p:nvSpPr>
              <p:cNvPr id="15" name="Google Shape;15;p2"/>
              <p:cNvSpPr/>
              <p:nvPr/>
            </p:nvSpPr>
            <p:spPr>
              <a:xfrm>
                <a:off x="3522825" y="751550"/>
                <a:ext cx="55800" cy="55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6" name="Google Shape;16;p2"/>
              <p:cNvSpPr/>
              <p:nvPr/>
            </p:nvSpPr>
            <p:spPr>
              <a:xfrm>
                <a:off x="3942075" y="971350"/>
                <a:ext cx="55800" cy="55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7" name="Google Shape;17;p2"/>
              <p:cNvSpPr/>
              <p:nvPr/>
            </p:nvSpPr>
            <p:spPr>
              <a:xfrm>
                <a:off x="3754825" y="1105675"/>
                <a:ext cx="55800" cy="55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18" name="Google Shape;18;p2"/>
            <p:cNvGrpSpPr/>
            <p:nvPr/>
          </p:nvGrpSpPr>
          <p:grpSpPr>
            <a:xfrm rot="1522716">
              <a:off x="8465478" y="1321190"/>
              <a:ext cx="377502" cy="372789"/>
              <a:chOff x="7734988" y="693913"/>
              <a:chExt cx="377500" cy="372788"/>
            </a:xfrm>
          </p:grpSpPr>
          <p:sp>
            <p:nvSpPr>
              <p:cNvPr id="19" name="Google Shape;19;p2"/>
              <p:cNvSpPr/>
              <p:nvPr/>
            </p:nvSpPr>
            <p:spPr>
              <a:xfrm>
                <a:off x="7758800" y="718925"/>
                <a:ext cx="333075" cy="324325"/>
              </a:xfrm>
              <a:custGeom>
                <a:rect b="b" l="l" r="r" t="t"/>
                <a:pathLst>
                  <a:path extrusionOk="0" h="12973" w="13323">
                    <a:moveTo>
                      <a:pt x="0" y="12622"/>
                    </a:moveTo>
                    <a:lnTo>
                      <a:pt x="6661" y="0"/>
                    </a:lnTo>
                    <a:lnTo>
                      <a:pt x="13323" y="12973"/>
                    </a:lnTo>
                    <a:close/>
                  </a:path>
                </a:pathLst>
              </a:custGeom>
              <a:noFill/>
              <a:ln cap="flat" cmpd="sng" w="9525">
                <a:solidFill>
                  <a:schemeClr val="l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sp>
          <p:sp>
            <p:nvSpPr>
              <p:cNvPr id="20" name="Google Shape;20;p2"/>
              <p:cNvSpPr/>
              <p:nvPr/>
            </p:nvSpPr>
            <p:spPr>
              <a:xfrm>
                <a:off x="7897438" y="693913"/>
                <a:ext cx="55800" cy="55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1" name="Google Shape;21;p2"/>
              <p:cNvSpPr/>
              <p:nvPr/>
            </p:nvSpPr>
            <p:spPr>
              <a:xfrm>
                <a:off x="7734988" y="1003025"/>
                <a:ext cx="55800" cy="55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2" name="Google Shape;22;p2"/>
              <p:cNvSpPr/>
              <p:nvPr/>
            </p:nvSpPr>
            <p:spPr>
              <a:xfrm>
                <a:off x="8056688" y="1010900"/>
                <a:ext cx="55800" cy="55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23" name="Google Shape;23;p2"/>
            <p:cNvGrpSpPr/>
            <p:nvPr/>
          </p:nvGrpSpPr>
          <p:grpSpPr>
            <a:xfrm>
              <a:off x="7436225" y="280175"/>
              <a:ext cx="386400" cy="509638"/>
              <a:chOff x="6996750" y="683200"/>
              <a:chExt cx="386400" cy="509638"/>
            </a:xfrm>
          </p:grpSpPr>
          <p:sp>
            <p:nvSpPr>
              <p:cNvPr id="24" name="Google Shape;24;p2"/>
              <p:cNvSpPr/>
              <p:nvPr/>
            </p:nvSpPr>
            <p:spPr>
              <a:xfrm>
                <a:off x="7022500" y="704325"/>
                <a:ext cx="338925" cy="464550"/>
              </a:xfrm>
              <a:custGeom>
                <a:rect b="b" l="l" r="r" t="t"/>
                <a:pathLst>
                  <a:path extrusionOk="0" h="18582" w="13557">
                    <a:moveTo>
                      <a:pt x="0" y="7012"/>
                    </a:moveTo>
                    <a:lnTo>
                      <a:pt x="11103" y="0"/>
                    </a:lnTo>
                    <a:lnTo>
                      <a:pt x="13557" y="18582"/>
                    </a:lnTo>
                    <a:close/>
                  </a:path>
                </a:pathLst>
              </a:custGeom>
              <a:noFill/>
              <a:ln cap="flat" cmpd="sng" w="9525">
                <a:solidFill>
                  <a:schemeClr val="l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sp>
          <p:sp>
            <p:nvSpPr>
              <p:cNvPr id="25" name="Google Shape;25;p2"/>
              <p:cNvSpPr/>
              <p:nvPr/>
            </p:nvSpPr>
            <p:spPr>
              <a:xfrm>
                <a:off x="7271550" y="683200"/>
                <a:ext cx="55800" cy="55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6" name="Google Shape;26;p2"/>
              <p:cNvSpPr/>
              <p:nvPr/>
            </p:nvSpPr>
            <p:spPr>
              <a:xfrm>
                <a:off x="6996750" y="853188"/>
                <a:ext cx="55800" cy="55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7" name="Google Shape;27;p2"/>
              <p:cNvSpPr/>
              <p:nvPr/>
            </p:nvSpPr>
            <p:spPr>
              <a:xfrm>
                <a:off x="7327350" y="1137038"/>
                <a:ext cx="55800" cy="55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  <p:grpSp>
        <p:nvGrpSpPr>
          <p:cNvPr id="28" name="Google Shape;28;p2"/>
          <p:cNvGrpSpPr/>
          <p:nvPr/>
        </p:nvGrpSpPr>
        <p:grpSpPr>
          <a:xfrm>
            <a:off x="8024239" y="4174100"/>
            <a:ext cx="863123" cy="729426"/>
            <a:chOff x="8024239" y="4174100"/>
            <a:chExt cx="863123" cy="729426"/>
          </a:xfrm>
        </p:grpSpPr>
        <p:grpSp>
          <p:nvGrpSpPr>
            <p:cNvPr id="29" name="Google Shape;29;p2"/>
            <p:cNvGrpSpPr/>
            <p:nvPr/>
          </p:nvGrpSpPr>
          <p:grpSpPr>
            <a:xfrm>
              <a:off x="8500963" y="4174100"/>
              <a:ext cx="386400" cy="509638"/>
              <a:chOff x="6996750" y="683200"/>
              <a:chExt cx="386400" cy="509638"/>
            </a:xfrm>
          </p:grpSpPr>
          <p:sp>
            <p:nvSpPr>
              <p:cNvPr id="30" name="Google Shape;30;p2"/>
              <p:cNvSpPr/>
              <p:nvPr/>
            </p:nvSpPr>
            <p:spPr>
              <a:xfrm>
                <a:off x="7022500" y="704325"/>
                <a:ext cx="338925" cy="464550"/>
              </a:xfrm>
              <a:custGeom>
                <a:rect b="b" l="l" r="r" t="t"/>
                <a:pathLst>
                  <a:path extrusionOk="0" h="18582" w="13557">
                    <a:moveTo>
                      <a:pt x="0" y="7012"/>
                    </a:moveTo>
                    <a:lnTo>
                      <a:pt x="11103" y="0"/>
                    </a:lnTo>
                    <a:lnTo>
                      <a:pt x="13557" y="18582"/>
                    </a:lnTo>
                    <a:close/>
                  </a:path>
                </a:pathLst>
              </a:custGeom>
              <a:noFill/>
              <a:ln cap="flat" cmpd="sng" w="9525">
                <a:solidFill>
                  <a:schemeClr val="l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sp>
          <p:sp>
            <p:nvSpPr>
              <p:cNvPr id="31" name="Google Shape;31;p2"/>
              <p:cNvSpPr/>
              <p:nvPr/>
            </p:nvSpPr>
            <p:spPr>
              <a:xfrm>
                <a:off x="7271550" y="683200"/>
                <a:ext cx="55800" cy="55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32" name="Google Shape;32;p2"/>
              <p:cNvSpPr/>
              <p:nvPr/>
            </p:nvSpPr>
            <p:spPr>
              <a:xfrm>
                <a:off x="6996750" y="853188"/>
                <a:ext cx="55800" cy="55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33" name="Google Shape;33;p2"/>
              <p:cNvSpPr/>
              <p:nvPr/>
            </p:nvSpPr>
            <p:spPr>
              <a:xfrm>
                <a:off x="7327350" y="1137038"/>
                <a:ext cx="55800" cy="55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34" name="Google Shape;34;p2"/>
            <p:cNvGrpSpPr/>
            <p:nvPr/>
          </p:nvGrpSpPr>
          <p:grpSpPr>
            <a:xfrm rot="-441616">
              <a:off x="8046561" y="4508118"/>
              <a:ext cx="377477" cy="372765"/>
              <a:chOff x="7734988" y="693913"/>
              <a:chExt cx="377500" cy="372788"/>
            </a:xfrm>
          </p:grpSpPr>
          <p:sp>
            <p:nvSpPr>
              <p:cNvPr id="35" name="Google Shape;35;p2"/>
              <p:cNvSpPr/>
              <p:nvPr/>
            </p:nvSpPr>
            <p:spPr>
              <a:xfrm>
                <a:off x="7758800" y="718925"/>
                <a:ext cx="333075" cy="324325"/>
              </a:xfrm>
              <a:custGeom>
                <a:rect b="b" l="l" r="r" t="t"/>
                <a:pathLst>
                  <a:path extrusionOk="0" h="12973" w="13323">
                    <a:moveTo>
                      <a:pt x="0" y="12622"/>
                    </a:moveTo>
                    <a:lnTo>
                      <a:pt x="6661" y="0"/>
                    </a:lnTo>
                    <a:lnTo>
                      <a:pt x="13323" y="12973"/>
                    </a:lnTo>
                    <a:close/>
                  </a:path>
                </a:pathLst>
              </a:custGeom>
              <a:noFill/>
              <a:ln cap="flat" cmpd="sng" w="9525">
                <a:solidFill>
                  <a:schemeClr val="l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sp>
          <p:sp>
            <p:nvSpPr>
              <p:cNvPr id="36" name="Google Shape;36;p2"/>
              <p:cNvSpPr/>
              <p:nvPr/>
            </p:nvSpPr>
            <p:spPr>
              <a:xfrm>
                <a:off x="7897438" y="693913"/>
                <a:ext cx="55800" cy="55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37" name="Google Shape;37;p2"/>
              <p:cNvSpPr/>
              <p:nvPr/>
            </p:nvSpPr>
            <p:spPr>
              <a:xfrm>
                <a:off x="7734988" y="1003025"/>
                <a:ext cx="55800" cy="55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38" name="Google Shape;38;p2"/>
              <p:cNvSpPr/>
              <p:nvPr/>
            </p:nvSpPr>
            <p:spPr>
              <a:xfrm>
                <a:off x="8056688" y="1010900"/>
                <a:ext cx="55800" cy="55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  <p:sp>
        <p:nvSpPr>
          <p:cNvPr id="39" name="Google Shape;39;p2"/>
          <p:cNvSpPr/>
          <p:nvPr>
            <p:ph idx="2" type="pic"/>
          </p:nvPr>
        </p:nvSpPr>
        <p:spPr>
          <a:xfrm>
            <a:off x="0" y="-15075"/>
            <a:ext cx="4283700" cy="5158500"/>
          </a:xfrm>
          <a:prstGeom prst="rect">
            <a:avLst/>
          </a:prstGeom>
          <a:noFill/>
          <a:ln>
            <a:noFill/>
          </a:ln>
        </p:spPr>
      </p:sp>
      <p:sp>
        <p:nvSpPr>
          <p:cNvPr id="40" name="Google Shape;40;p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3"/>
          <p:cNvSpPr txBox="1"/>
          <p:nvPr>
            <p:ph type="title"/>
          </p:nvPr>
        </p:nvSpPr>
        <p:spPr>
          <a:xfrm>
            <a:off x="3187500" y="2942300"/>
            <a:ext cx="3886500" cy="1316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3600"/>
              <a:buNone/>
              <a:defRPr sz="35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43" name="Google Shape;43;p3"/>
          <p:cNvSpPr txBox="1"/>
          <p:nvPr>
            <p:ph hasCustomPrompt="1" idx="2" type="title"/>
          </p:nvPr>
        </p:nvSpPr>
        <p:spPr>
          <a:xfrm>
            <a:off x="2070000" y="3044350"/>
            <a:ext cx="1117500" cy="8418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dk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44" name="Google Shape;44;p3"/>
          <p:cNvSpPr/>
          <p:nvPr>
            <p:ph idx="3" type="pic"/>
          </p:nvPr>
        </p:nvSpPr>
        <p:spPr>
          <a:xfrm>
            <a:off x="0" y="0"/>
            <a:ext cx="9144000" cy="29424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45" name="Google Shape;45;p3"/>
          <p:cNvGrpSpPr/>
          <p:nvPr/>
        </p:nvGrpSpPr>
        <p:grpSpPr>
          <a:xfrm>
            <a:off x="8428905" y="3848850"/>
            <a:ext cx="500848" cy="1091089"/>
            <a:chOff x="8428905" y="3848850"/>
            <a:chExt cx="500848" cy="1091089"/>
          </a:xfrm>
        </p:grpSpPr>
        <p:grpSp>
          <p:nvGrpSpPr>
            <p:cNvPr id="46" name="Google Shape;46;p3"/>
            <p:cNvGrpSpPr/>
            <p:nvPr/>
          </p:nvGrpSpPr>
          <p:grpSpPr>
            <a:xfrm>
              <a:off x="8543338" y="3848850"/>
              <a:ext cx="386400" cy="509638"/>
              <a:chOff x="6996750" y="683200"/>
              <a:chExt cx="386400" cy="509638"/>
            </a:xfrm>
          </p:grpSpPr>
          <p:sp>
            <p:nvSpPr>
              <p:cNvPr id="47" name="Google Shape;47;p3"/>
              <p:cNvSpPr/>
              <p:nvPr/>
            </p:nvSpPr>
            <p:spPr>
              <a:xfrm>
                <a:off x="7022500" y="704325"/>
                <a:ext cx="338925" cy="464550"/>
              </a:xfrm>
              <a:custGeom>
                <a:rect b="b" l="l" r="r" t="t"/>
                <a:pathLst>
                  <a:path extrusionOk="0" h="18582" w="13557">
                    <a:moveTo>
                      <a:pt x="0" y="7012"/>
                    </a:moveTo>
                    <a:lnTo>
                      <a:pt x="11103" y="0"/>
                    </a:lnTo>
                    <a:lnTo>
                      <a:pt x="13557" y="18582"/>
                    </a:lnTo>
                    <a:close/>
                  </a:path>
                </a:pathLst>
              </a:custGeom>
              <a:noFill/>
              <a:ln cap="flat" cmpd="sng" w="9525">
                <a:solidFill>
                  <a:schemeClr val="l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sp>
          <p:sp>
            <p:nvSpPr>
              <p:cNvPr id="48" name="Google Shape;48;p3"/>
              <p:cNvSpPr/>
              <p:nvPr/>
            </p:nvSpPr>
            <p:spPr>
              <a:xfrm>
                <a:off x="7271550" y="683200"/>
                <a:ext cx="55800" cy="55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49" name="Google Shape;49;p3"/>
              <p:cNvSpPr/>
              <p:nvPr/>
            </p:nvSpPr>
            <p:spPr>
              <a:xfrm>
                <a:off x="6996750" y="853188"/>
                <a:ext cx="55800" cy="55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50" name="Google Shape;50;p3"/>
              <p:cNvSpPr/>
              <p:nvPr/>
            </p:nvSpPr>
            <p:spPr>
              <a:xfrm>
                <a:off x="7327350" y="1137038"/>
                <a:ext cx="55800" cy="55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51" name="Google Shape;51;p3"/>
            <p:cNvGrpSpPr/>
            <p:nvPr/>
          </p:nvGrpSpPr>
          <p:grpSpPr>
            <a:xfrm rot="1522716">
              <a:off x="8490578" y="4504240"/>
              <a:ext cx="377502" cy="372789"/>
              <a:chOff x="7734988" y="693913"/>
              <a:chExt cx="377500" cy="372788"/>
            </a:xfrm>
          </p:grpSpPr>
          <p:sp>
            <p:nvSpPr>
              <p:cNvPr id="52" name="Google Shape;52;p3"/>
              <p:cNvSpPr/>
              <p:nvPr/>
            </p:nvSpPr>
            <p:spPr>
              <a:xfrm>
                <a:off x="7758800" y="718925"/>
                <a:ext cx="333075" cy="324325"/>
              </a:xfrm>
              <a:custGeom>
                <a:rect b="b" l="l" r="r" t="t"/>
                <a:pathLst>
                  <a:path extrusionOk="0" h="12973" w="13323">
                    <a:moveTo>
                      <a:pt x="0" y="12622"/>
                    </a:moveTo>
                    <a:lnTo>
                      <a:pt x="6661" y="0"/>
                    </a:lnTo>
                    <a:lnTo>
                      <a:pt x="13323" y="12973"/>
                    </a:lnTo>
                    <a:close/>
                  </a:path>
                </a:pathLst>
              </a:custGeom>
              <a:noFill/>
              <a:ln cap="flat" cmpd="sng" w="9525">
                <a:solidFill>
                  <a:schemeClr val="l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sp>
          <p:sp>
            <p:nvSpPr>
              <p:cNvPr id="53" name="Google Shape;53;p3"/>
              <p:cNvSpPr/>
              <p:nvPr/>
            </p:nvSpPr>
            <p:spPr>
              <a:xfrm>
                <a:off x="7897438" y="693913"/>
                <a:ext cx="55800" cy="55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54" name="Google Shape;54;p3"/>
              <p:cNvSpPr/>
              <p:nvPr/>
            </p:nvSpPr>
            <p:spPr>
              <a:xfrm>
                <a:off x="7734988" y="1003025"/>
                <a:ext cx="55800" cy="55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55" name="Google Shape;55;p3"/>
              <p:cNvSpPr/>
              <p:nvPr/>
            </p:nvSpPr>
            <p:spPr>
              <a:xfrm>
                <a:off x="8056688" y="1010900"/>
                <a:ext cx="55800" cy="55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  <p:sp>
        <p:nvSpPr>
          <p:cNvPr id="56" name="Google Shape;56;p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4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59" name="Google Shape;59;p4"/>
          <p:cNvSpPr txBox="1"/>
          <p:nvPr>
            <p:ph idx="1" type="body"/>
          </p:nvPr>
        </p:nvSpPr>
        <p:spPr>
          <a:xfrm>
            <a:off x="720000" y="1152475"/>
            <a:ext cx="7704000" cy="32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0480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grpSp>
        <p:nvGrpSpPr>
          <p:cNvPr id="60" name="Google Shape;60;p4"/>
          <p:cNvGrpSpPr/>
          <p:nvPr/>
        </p:nvGrpSpPr>
        <p:grpSpPr>
          <a:xfrm>
            <a:off x="171705" y="280176"/>
            <a:ext cx="8807468" cy="4655725"/>
            <a:chOff x="171705" y="280176"/>
            <a:chExt cx="8807468" cy="4655725"/>
          </a:xfrm>
        </p:grpSpPr>
        <p:grpSp>
          <p:nvGrpSpPr>
            <p:cNvPr id="61" name="Google Shape;61;p4"/>
            <p:cNvGrpSpPr/>
            <p:nvPr/>
          </p:nvGrpSpPr>
          <p:grpSpPr>
            <a:xfrm rot="-9277284">
              <a:off x="8539998" y="3946147"/>
              <a:ext cx="377502" cy="372789"/>
              <a:chOff x="7734988" y="693913"/>
              <a:chExt cx="377500" cy="372788"/>
            </a:xfrm>
          </p:grpSpPr>
          <p:sp>
            <p:nvSpPr>
              <p:cNvPr id="62" name="Google Shape;62;p4"/>
              <p:cNvSpPr/>
              <p:nvPr/>
            </p:nvSpPr>
            <p:spPr>
              <a:xfrm>
                <a:off x="7758800" y="718925"/>
                <a:ext cx="333075" cy="324325"/>
              </a:xfrm>
              <a:custGeom>
                <a:rect b="b" l="l" r="r" t="t"/>
                <a:pathLst>
                  <a:path extrusionOk="0" h="12973" w="13323">
                    <a:moveTo>
                      <a:pt x="0" y="12622"/>
                    </a:moveTo>
                    <a:lnTo>
                      <a:pt x="6661" y="0"/>
                    </a:lnTo>
                    <a:lnTo>
                      <a:pt x="13323" y="12973"/>
                    </a:lnTo>
                    <a:close/>
                  </a:path>
                </a:pathLst>
              </a:custGeom>
              <a:noFill/>
              <a:ln cap="flat" cmpd="sng" w="9525">
                <a:solidFill>
                  <a:schemeClr val="l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sp>
          <p:sp>
            <p:nvSpPr>
              <p:cNvPr id="63" name="Google Shape;63;p4"/>
              <p:cNvSpPr/>
              <p:nvPr/>
            </p:nvSpPr>
            <p:spPr>
              <a:xfrm>
                <a:off x="7897438" y="693913"/>
                <a:ext cx="55800" cy="55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64" name="Google Shape;64;p4"/>
              <p:cNvSpPr/>
              <p:nvPr/>
            </p:nvSpPr>
            <p:spPr>
              <a:xfrm>
                <a:off x="7734988" y="1003025"/>
                <a:ext cx="55800" cy="55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65" name="Google Shape;65;p4"/>
              <p:cNvSpPr/>
              <p:nvPr/>
            </p:nvSpPr>
            <p:spPr>
              <a:xfrm>
                <a:off x="8056688" y="1010900"/>
                <a:ext cx="55800" cy="55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66" name="Google Shape;66;p4"/>
            <p:cNvGrpSpPr/>
            <p:nvPr/>
          </p:nvGrpSpPr>
          <p:grpSpPr>
            <a:xfrm rot="10800000">
              <a:off x="8439828" y="4426263"/>
              <a:ext cx="386400" cy="509638"/>
              <a:chOff x="6996750" y="683200"/>
              <a:chExt cx="386400" cy="509638"/>
            </a:xfrm>
          </p:grpSpPr>
          <p:sp>
            <p:nvSpPr>
              <p:cNvPr id="67" name="Google Shape;67;p4"/>
              <p:cNvSpPr/>
              <p:nvPr/>
            </p:nvSpPr>
            <p:spPr>
              <a:xfrm>
                <a:off x="7022500" y="704325"/>
                <a:ext cx="338925" cy="464550"/>
              </a:xfrm>
              <a:custGeom>
                <a:rect b="b" l="l" r="r" t="t"/>
                <a:pathLst>
                  <a:path extrusionOk="0" h="18582" w="13557">
                    <a:moveTo>
                      <a:pt x="0" y="7012"/>
                    </a:moveTo>
                    <a:lnTo>
                      <a:pt x="11103" y="0"/>
                    </a:lnTo>
                    <a:lnTo>
                      <a:pt x="13557" y="18582"/>
                    </a:lnTo>
                    <a:close/>
                  </a:path>
                </a:pathLst>
              </a:custGeom>
              <a:noFill/>
              <a:ln cap="flat" cmpd="sng" w="9525">
                <a:solidFill>
                  <a:schemeClr val="l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sp>
          <p:sp>
            <p:nvSpPr>
              <p:cNvPr id="68" name="Google Shape;68;p4"/>
              <p:cNvSpPr/>
              <p:nvPr/>
            </p:nvSpPr>
            <p:spPr>
              <a:xfrm>
                <a:off x="7271550" y="683200"/>
                <a:ext cx="55800" cy="55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69" name="Google Shape;69;p4"/>
              <p:cNvSpPr/>
              <p:nvPr/>
            </p:nvSpPr>
            <p:spPr>
              <a:xfrm>
                <a:off x="6996750" y="853188"/>
                <a:ext cx="55800" cy="55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70" name="Google Shape;70;p4"/>
              <p:cNvSpPr/>
              <p:nvPr/>
            </p:nvSpPr>
            <p:spPr>
              <a:xfrm>
                <a:off x="7327350" y="1137038"/>
                <a:ext cx="55800" cy="55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71" name="Google Shape;71;p4"/>
            <p:cNvGrpSpPr/>
            <p:nvPr/>
          </p:nvGrpSpPr>
          <p:grpSpPr>
            <a:xfrm>
              <a:off x="171705" y="280176"/>
              <a:ext cx="422121" cy="1155600"/>
              <a:chOff x="171705" y="280176"/>
              <a:chExt cx="422121" cy="1155600"/>
            </a:xfrm>
          </p:grpSpPr>
          <p:grpSp>
            <p:nvGrpSpPr>
              <p:cNvPr id="72" name="Google Shape;72;p4"/>
              <p:cNvGrpSpPr/>
              <p:nvPr/>
            </p:nvGrpSpPr>
            <p:grpSpPr>
              <a:xfrm rot="10800000">
                <a:off x="189565" y="280176"/>
                <a:ext cx="386400" cy="509638"/>
                <a:chOff x="6996750" y="683200"/>
                <a:chExt cx="386400" cy="509638"/>
              </a:xfrm>
            </p:grpSpPr>
            <p:sp>
              <p:nvSpPr>
                <p:cNvPr id="73" name="Google Shape;73;p4"/>
                <p:cNvSpPr/>
                <p:nvPr/>
              </p:nvSpPr>
              <p:spPr>
                <a:xfrm>
                  <a:off x="7022500" y="704325"/>
                  <a:ext cx="338925" cy="464550"/>
                </a:xfrm>
                <a:custGeom>
                  <a:rect b="b" l="l" r="r" t="t"/>
                  <a:pathLst>
                    <a:path extrusionOk="0" h="18582" w="13557">
                      <a:moveTo>
                        <a:pt x="0" y="7012"/>
                      </a:moveTo>
                      <a:lnTo>
                        <a:pt x="11103" y="0"/>
                      </a:lnTo>
                      <a:lnTo>
                        <a:pt x="13557" y="18582"/>
                      </a:lnTo>
                      <a:close/>
                    </a:path>
                  </a:pathLst>
                </a:custGeom>
                <a:noFill/>
                <a:ln cap="flat" cmpd="sng" w="9525">
                  <a:solidFill>
                    <a:schemeClr val="lt2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sp>
            <p:sp>
              <p:nvSpPr>
                <p:cNvPr id="74" name="Google Shape;74;p4"/>
                <p:cNvSpPr/>
                <p:nvPr/>
              </p:nvSpPr>
              <p:spPr>
                <a:xfrm>
                  <a:off x="7271550" y="683200"/>
                  <a:ext cx="55800" cy="55800"/>
                </a:xfrm>
                <a:prstGeom prst="ellipse">
                  <a:avLst/>
                </a:pr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Inter"/>
                    <a:ea typeface="Inter"/>
                    <a:cs typeface="Inter"/>
                    <a:sym typeface="Inter"/>
                  </a:endParaRPr>
                </a:p>
              </p:txBody>
            </p:sp>
            <p:sp>
              <p:nvSpPr>
                <p:cNvPr id="75" name="Google Shape;75;p4"/>
                <p:cNvSpPr/>
                <p:nvPr/>
              </p:nvSpPr>
              <p:spPr>
                <a:xfrm>
                  <a:off x="6996750" y="853188"/>
                  <a:ext cx="55800" cy="55800"/>
                </a:xfrm>
                <a:prstGeom prst="ellipse">
                  <a:avLst/>
                </a:pr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Inter"/>
                    <a:ea typeface="Inter"/>
                    <a:cs typeface="Inter"/>
                    <a:sym typeface="Inter"/>
                  </a:endParaRPr>
                </a:p>
              </p:txBody>
            </p:sp>
            <p:sp>
              <p:nvSpPr>
                <p:cNvPr id="76" name="Google Shape;76;p4"/>
                <p:cNvSpPr/>
                <p:nvPr/>
              </p:nvSpPr>
              <p:spPr>
                <a:xfrm>
                  <a:off x="7327350" y="1137038"/>
                  <a:ext cx="55800" cy="55800"/>
                </a:xfrm>
                <a:prstGeom prst="ellipse">
                  <a:avLst/>
                </a:pr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Inter"/>
                    <a:ea typeface="Inter"/>
                    <a:cs typeface="Inter"/>
                    <a:sym typeface="Inter"/>
                  </a:endParaRPr>
                </a:p>
              </p:txBody>
            </p:sp>
          </p:grpSp>
          <p:grpSp>
            <p:nvGrpSpPr>
              <p:cNvPr id="77" name="Google Shape;77;p4"/>
              <p:cNvGrpSpPr/>
              <p:nvPr/>
            </p:nvGrpSpPr>
            <p:grpSpPr>
              <a:xfrm rot="10358384">
                <a:off x="194027" y="1040368"/>
                <a:ext cx="377477" cy="372765"/>
                <a:chOff x="7734988" y="693913"/>
                <a:chExt cx="377500" cy="372788"/>
              </a:xfrm>
            </p:grpSpPr>
            <p:sp>
              <p:nvSpPr>
                <p:cNvPr id="78" name="Google Shape;78;p4"/>
                <p:cNvSpPr/>
                <p:nvPr/>
              </p:nvSpPr>
              <p:spPr>
                <a:xfrm>
                  <a:off x="7758800" y="718925"/>
                  <a:ext cx="333075" cy="324325"/>
                </a:xfrm>
                <a:custGeom>
                  <a:rect b="b" l="l" r="r" t="t"/>
                  <a:pathLst>
                    <a:path extrusionOk="0" h="12973" w="13323">
                      <a:moveTo>
                        <a:pt x="0" y="12622"/>
                      </a:moveTo>
                      <a:lnTo>
                        <a:pt x="6661" y="0"/>
                      </a:lnTo>
                      <a:lnTo>
                        <a:pt x="13323" y="12973"/>
                      </a:lnTo>
                      <a:close/>
                    </a:path>
                  </a:pathLst>
                </a:custGeom>
                <a:noFill/>
                <a:ln cap="flat" cmpd="sng" w="9525">
                  <a:solidFill>
                    <a:schemeClr val="lt2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sp>
            <p:sp>
              <p:nvSpPr>
                <p:cNvPr id="79" name="Google Shape;79;p4"/>
                <p:cNvSpPr/>
                <p:nvPr/>
              </p:nvSpPr>
              <p:spPr>
                <a:xfrm>
                  <a:off x="7897438" y="693913"/>
                  <a:ext cx="55800" cy="55800"/>
                </a:xfrm>
                <a:prstGeom prst="ellipse">
                  <a:avLst/>
                </a:pr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Inter"/>
                    <a:ea typeface="Inter"/>
                    <a:cs typeface="Inter"/>
                    <a:sym typeface="Inter"/>
                  </a:endParaRPr>
                </a:p>
              </p:txBody>
            </p:sp>
            <p:sp>
              <p:nvSpPr>
                <p:cNvPr id="80" name="Google Shape;80;p4"/>
                <p:cNvSpPr/>
                <p:nvPr/>
              </p:nvSpPr>
              <p:spPr>
                <a:xfrm>
                  <a:off x="7734988" y="1003025"/>
                  <a:ext cx="55800" cy="55800"/>
                </a:xfrm>
                <a:prstGeom prst="ellipse">
                  <a:avLst/>
                </a:pr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Inter"/>
                    <a:ea typeface="Inter"/>
                    <a:cs typeface="Inter"/>
                    <a:sym typeface="Inter"/>
                  </a:endParaRPr>
                </a:p>
              </p:txBody>
            </p:sp>
            <p:sp>
              <p:nvSpPr>
                <p:cNvPr id="81" name="Google Shape;81;p4"/>
                <p:cNvSpPr/>
                <p:nvPr/>
              </p:nvSpPr>
              <p:spPr>
                <a:xfrm>
                  <a:off x="8056688" y="1010900"/>
                  <a:ext cx="55800" cy="55800"/>
                </a:xfrm>
                <a:prstGeom prst="ellipse">
                  <a:avLst/>
                </a:pr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Inter"/>
                    <a:ea typeface="Inter"/>
                    <a:cs typeface="Inter"/>
                    <a:sym typeface="Inter"/>
                  </a:endParaRPr>
                </a:p>
              </p:txBody>
            </p:sp>
          </p:grpSp>
        </p:grpSp>
      </p:grpSp>
      <p:sp>
        <p:nvSpPr>
          <p:cNvPr id="82" name="Google Shape;82;p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5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85" name="Google Shape;85;p5"/>
          <p:cNvSpPr txBox="1"/>
          <p:nvPr>
            <p:ph idx="1" type="subTitle"/>
          </p:nvPr>
        </p:nvSpPr>
        <p:spPr>
          <a:xfrm>
            <a:off x="4880074" y="2937550"/>
            <a:ext cx="2740800" cy="158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86" name="Google Shape;86;p5"/>
          <p:cNvSpPr txBox="1"/>
          <p:nvPr>
            <p:ph idx="2" type="subTitle"/>
          </p:nvPr>
        </p:nvSpPr>
        <p:spPr>
          <a:xfrm>
            <a:off x="1523124" y="2023150"/>
            <a:ext cx="2740800" cy="158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87" name="Google Shape;87;p5"/>
          <p:cNvSpPr txBox="1"/>
          <p:nvPr>
            <p:ph idx="3" type="subTitle"/>
          </p:nvPr>
        </p:nvSpPr>
        <p:spPr>
          <a:xfrm>
            <a:off x="1523124" y="1464250"/>
            <a:ext cx="2740800" cy="558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18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88" name="Google Shape;88;p5"/>
          <p:cNvSpPr txBox="1"/>
          <p:nvPr>
            <p:ph idx="4" type="subTitle"/>
          </p:nvPr>
        </p:nvSpPr>
        <p:spPr>
          <a:xfrm>
            <a:off x="4880076" y="2378650"/>
            <a:ext cx="2740800" cy="558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18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grpSp>
        <p:nvGrpSpPr>
          <p:cNvPr id="89" name="Google Shape;89;p5"/>
          <p:cNvGrpSpPr/>
          <p:nvPr/>
        </p:nvGrpSpPr>
        <p:grpSpPr>
          <a:xfrm>
            <a:off x="-75" y="0"/>
            <a:ext cx="1174200" cy="5143501"/>
            <a:chOff x="-75" y="0"/>
            <a:chExt cx="1174200" cy="5143501"/>
          </a:xfrm>
        </p:grpSpPr>
        <p:pic>
          <p:nvPicPr>
            <p:cNvPr id="90" name="Google Shape;90;p5"/>
            <p:cNvPicPr preferRelativeResize="0"/>
            <p:nvPr/>
          </p:nvPicPr>
          <p:blipFill rotWithShape="1">
            <a:blip r:embed="rId2">
              <a:alphaModFix/>
            </a:blip>
            <a:srcRect b="0" l="35270" r="49731" t="0"/>
            <a:stretch/>
          </p:blipFill>
          <p:spPr>
            <a:xfrm>
              <a:off x="1" y="0"/>
              <a:ext cx="1157550" cy="514350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1" name="Google Shape;91;p5"/>
            <p:cNvSpPr/>
            <p:nvPr/>
          </p:nvSpPr>
          <p:spPr>
            <a:xfrm rot="5400000">
              <a:off x="-1975575" y="1990675"/>
              <a:ext cx="5125200" cy="1174200"/>
            </a:xfrm>
            <a:prstGeom prst="rect">
              <a:avLst/>
            </a:prstGeom>
            <a:gradFill>
              <a:gsLst>
                <a:gs pos="0">
                  <a:schemeClr val="lt1"/>
                </a:gs>
                <a:gs pos="100000">
                  <a:srgbClr val="00045A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92" name="Google Shape;92;p5"/>
          <p:cNvGrpSpPr/>
          <p:nvPr/>
        </p:nvGrpSpPr>
        <p:grpSpPr>
          <a:xfrm>
            <a:off x="8024239" y="3445404"/>
            <a:ext cx="920364" cy="1458122"/>
            <a:chOff x="8024239" y="3445404"/>
            <a:chExt cx="920364" cy="1458122"/>
          </a:xfrm>
        </p:grpSpPr>
        <p:grpSp>
          <p:nvGrpSpPr>
            <p:cNvPr id="93" name="Google Shape;93;p5"/>
            <p:cNvGrpSpPr/>
            <p:nvPr/>
          </p:nvGrpSpPr>
          <p:grpSpPr>
            <a:xfrm>
              <a:off x="8500963" y="4174100"/>
              <a:ext cx="386400" cy="509638"/>
              <a:chOff x="6996750" y="683200"/>
              <a:chExt cx="386400" cy="509638"/>
            </a:xfrm>
          </p:grpSpPr>
          <p:sp>
            <p:nvSpPr>
              <p:cNvPr id="94" name="Google Shape;94;p5"/>
              <p:cNvSpPr/>
              <p:nvPr/>
            </p:nvSpPr>
            <p:spPr>
              <a:xfrm>
                <a:off x="7022500" y="704325"/>
                <a:ext cx="338925" cy="464550"/>
              </a:xfrm>
              <a:custGeom>
                <a:rect b="b" l="l" r="r" t="t"/>
                <a:pathLst>
                  <a:path extrusionOk="0" h="18582" w="13557">
                    <a:moveTo>
                      <a:pt x="0" y="7012"/>
                    </a:moveTo>
                    <a:lnTo>
                      <a:pt x="11103" y="0"/>
                    </a:lnTo>
                    <a:lnTo>
                      <a:pt x="13557" y="18582"/>
                    </a:lnTo>
                    <a:close/>
                  </a:path>
                </a:pathLst>
              </a:custGeom>
              <a:noFill/>
              <a:ln cap="flat" cmpd="sng" w="9525">
                <a:solidFill>
                  <a:schemeClr val="l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sp>
          <p:sp>
            <p:nvSpPr>
              <p:cNvPr id="95" name="Google Shape;95;p5"/>
              <p:cNvSpPr/>
              <p:nvPr/>
            </p:nvSpPr>
            <p:spPr>
              <a:xfrm>
                <a:off x="7271550" y="683200"/>
                <a:ext cx="55800" cy="55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96" name="Google Shape;96;p5"/>
              <p:cNvSpPr/>
              <p:nvPr/>
            </p:nvSpPr>
            <p:spPr>
              <a:xfrm>
                <a:off x="6996750" y="853188"/>
                <a:ext cx="55800" cy="55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97" name="Google Shape;97;p5"/>
              <p:cNvSpPr/>
              <p:nvPr/>
            </p:nvSpPr>
            <p:spPr>
              <a:xfrm>
                <a:off x="7327350" y="1137038"/>
                <a:ext cx="55800" cy="55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98" name="Google Shape;98;p5"/>
            <p:cNvGrpSpPr/>
            <p:nvPr/>
          </p:nvGrpSpPr>
          <p:grpSpPr>
            <a:xfrm rot="1522716">
              <a:off x="8505428" y="3508315"/>
              <a:ext cx="377502" cy="372789"/>
              <a:chOff x="7734988" y="693913"/>
              <a:chExt cx="377500" cy="372788"/>
            </a:xfrm>
          </p:grpSpPr>
          <p:sp>
            <p:nvSpPr>
              <p:cNvPr id="99" name="Google Shape;99;p5"/>
              <p:cNvSpPr/>
              <p:nvPr/>
            </p:nvSpPr>
            <p:spPr>
              <a:xfrm>
                <a:off x="7758800" y="718925"/>
                <a:ext cx="333075" cy="324325"/>
              </a:xfrm>
              <a:custGeom>
                <a:rect b="b" l="l" r="r" t="t"/>
                <a:pathLst>
                  <a:path extrusionOk="0" h="12973" w="13323">
                    <a:moveTo>
                      <a:pt x="0" y="12622"/>
                    </a:moveTo>
                    <a:lnTo>
                      <a:pt x="6661" y="0"/>
                    </a:lnTo>
                    <a:lnTo>
                      <a:pt x="13323" y="12973"/>
                    </a:lnTo>
                    <a:close/>
                  </a:path>
                </a:pathLst>
              </a:custGeom>
              <a:noFill/>
              <a:ln cap="flat" cmpd="sng" w="9525">
                <a:solidFill>
                  <a:schemeClr val="l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sp>
          <p:sp>
            <p:nvSpPr>
              <p:cNvPr id="100" name="Google Shape;100;p5"/>
              <p:cNvSpPr/>
              <p:nvPr/>
            </p:nvSpPr>
            <p:spPr>
              <a:xfrm>
                <a:off x="7897438" y="693913"/>
                <a:ext cx="55800" cy="55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01" name="Google Shape;101;p5"/>
              <p:cNvSpPr/>
              <p:nvPr/>
            </p:nvSpPr>
            <p:spPr>
              <a:xfrm>
                <a:off x="7734988" y="1003025"/>
                <a:ext cx="55800" cy="55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02" name="Google Shape;102;p5"/>
              <p:cNvSpPr/>
              <p:nvPr/>
            </p:nvSpPr>
            <p:spPr>
              <a:xfrm>
                <a:off x="8056688" y="1010900"/>
                <a:ext cx="55800" cy="55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103" name="Google Shape;103;p5"/>
            <p:cNvGrpSpPr/>
            <p:nvPr/>
          </p:nvGrpSpPr>
          <p:grpSpPr>
            <a:xfrm rot="-441616">
              <a:off x="8046561" y="4508118"/>
              <a:ext cx="377477" cy="372765"/>
              <a:chOff x="7734988" y="693913"/>
              <a:chExt cx="377500" cy="372788"/>
            </a:xfrm>
          </p:grpSpPr>
          <p:sp>
            <p:nvSpPr>
              <p:cNvPr id="104" name="Google Shape;104;p5"/>
              <p:cNvSpPr/>
              <p:nvPr/>
            </p:nvSpPr>
            <p:spPr>
              <a:xfrm>
                <a:off x="7758800" y="718925"/>
                <a:ext cx="333075" cy="324325"/>
              </a:xfrm>
              <a:custGeom>
                <a:rect b="b" l="l" r="r" t="t"/>
                <a:pathLst>
                  <a:path extrusionOk="0" h="12973" w="13323">
                    <a:moveTo>
                      <a:pt x="0" y="12622"/>
                    </a:moveTo>
                    <a:lnTo>
                      <a:pt x="6661" y="0"/>
                    </a:lnTo>
                    <a:lnTo>
                      <a:pt x="13323" y="12973"/>
                    </a:lnTo>
                    <a:close/>
                  </a:path>
                </a:pathLst>
              </a:custGeom>
              <a:noFill/>
              <a:ln cap="flat" cmpd="sng" w="9525">
                <a:solidFill>
                  <a:schemeClr val="l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sp>
          <p:sp>
            <p:nvSpPr>
              <p:cNvPr id="105" name="Google Shape;105;p5"/>
              <p:cNvSpPr/>
              <p:nvPr/>
            </p:nvSpPr>
            <p:spPr>
              <a:xfrm>
                <a:off x="7897438" y="693913"/>
                <a:ext cx="55800" cy="55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06" name="Google Shape;106;p5"/>
              <p:cNvSpPr/>
              <p:nvPr/>
            </p:nvSpPr>
            <p:spPr>
              <a:xfrm>
                <a:off x="7734988" y="1003025"/>
                <a:ext cx="55800" cy="55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07" name="Google Shape;107;p5"/>
              <p:cNvSpPr/>
              <p:nvPr/>
            </p:nvSpPr>
            <p:spPr>
              <a:xfrm>
                <a:off x="8056688" y="1010900"/>
                <a:ext cx="55800" cy="55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  <p:sp>
        <p:nvSpPr>
          <p:cNvPr id="108" name="Google Shape;108;p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6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grpSp>
        <p:nvGrpSpPr>
          <p:cNvPr id="111" name="Google Shape;111;p6"/>
          <p:cNvGrpSpPr/>
          <p:nvPr/>
        </p:nvGrpSpPr>
        <p:grpSpPr>
          <a:xfrm>
            <a:off x="171705" y="280176"/>
            <a:ext cx="8858048" cy="4688275"/>
            <a:chOff x="171705" y="280176"/>
            <a:chExt cx="8858048" cy="4688275"/>
          </a:xfrm>
        </p:grpSpPr>
        <p:grpSp>
          <p:nvGrpSpPr>
            <p:cNvPr id="112" name="Google Shape;112;p6"/>
            <p:cNvGrpSpPr/>
            <p:nvPr/>
          </p:nvGrpSpPr>
          <p:grpSpPr>
            <a:xfrm rot="-9277284">
              <a:off x="8539998" y="3946147"/>
              <a:ext cx="377502" cy="372789"/>
              <a:chOff x="7734988" y="693913"/>
              <a:chExt cx="377500" cy="372788"/>
            </a:xfrm>
          </p:grpSpPr>
          <p:sp>
            <p:nvSpPr>
              <p:cNvPr id="113" name="Google Shape;113;p6"/>
              <p:cNvSpPr/>
              <p:nvPr/>
            </p:nvSpPr>
            <p:spPr>
              <a:xfrm>
                <a:off x="7758800" y="718925"/>
                <a:ext cx="333075" cy="324325"/>
              </a:xfrm>
              <a:custGeom>
                <a:rect b="b" l="l" r="r" t="t"/>
                <a:pathLst>
                  <a:path extrusionOk="0" h="12973" w="13323">
                    <a:moveTo>
                      <a:pt x="0" y="12622"/>
                    </a:moveTo>
                    <a:lnTo>
                      <a:pt x="6661" y="0"/>
                    </a:lnTo>
                    <a:lnTo>
                      <a:pt x="13323" y="12973"/>
                    </a:lnTo>
                    <a:close/>
                  </a:path>
                </a:pathLst>
              </a:custGeom>
              <a:noFill/>
              <a:ln cap="flat" cmpd="sng" w="9525">
                <a:solidFill>
                  <a:schemeClr val="l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sp>
          <p:sp>
            <p:nvSpPr>
              <p:cNvPr id="114" name="Google Shape;114;p6"/>
              <p:cNvSpPr/>
              <p:nvPr/>
            </p:nvSpPr>
            <p:spPr>
              <a:xfrm>
                <a:off x="7897438" y="693913"/>
                <a:ext cx="55800" cy="55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15" name="Google Shape;115;p6"/>
              <p:cNvSpPr/>
              <p:nvPr/>
            </p:nvSpPr>
            <p:spPr>
              <a:xfrm>
                <a:off x="7734988" y="1003025"/>
                <a:ext cx="55800" cy="55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16" name="Google Shape;116;p6"/>
              <p:cNvSpPr/>
              <p:nvPr/>
            </p:nvSpPr>
            <p:spPr>
              <a:xfrm>
                <a:off x="8056688" y="1010900"/>
                <a:ext cx="55800" cy="55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117" name="Google Shape;117;p6"/>
            <p:cNvGrpSpPr/>
            <p:nvPr/>
          </p:nvGrpSpPr>
          <p:grpSpPr>
            <a:xfrm rot="10800000">
              <a:off x="8643353" y="4458813"/>
              <a:ext cx="386400" cy="509638"/>
              <a:chOff x="6996750" y="683200"/>
              <a:chExt cx="386400" cy="509638"/>
            </a:xfrm>
          </p:grpSpPr>
          <p:sp>
            <p:nvSpPr>
              <p:cNvPr id="118" name="Google Shape;118;p6"/>
              <p:cNvSpPr/>
              <p:nvPr/>
            </p:nvSpPr>
            <p:spPr>
              <a:xfrm>
                <a:off x="7022500" y="704325"/>
                <a:ext cx="338925" cy="464550"/>
              </a:xfrm>
              <a:custGeom>
                <a:rect b="b" l="l" r="r" t="t"/>
                <a:pathLst>
                  <a:path extrusionOk="0" h="18582" w="13557">
                    <a:moveTo>
                      <a:pt x="0" y="7012"/>
                    </a:moveTo>
                    <a:lnTo>
                      <a:pt x="11103" y="0"/>
                    </a:lnTo>
                    <a:lnTo>
                      <a:pt x="13557" y="18582"/>
                    </a:lnTo>
                    <a:close/>
                  </a:path>
                </a:pathLst>
              </a:custGeom>
              <a:noFill/>
              <a:ln cap="flat" cmpd="sng" w="9525">
                <a:solidFill>
                  <a:schemeClr val="l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sp>
          <p:sp>
            <p:nvSpPr>
              <p:cNvPr id="119" name="Google Shape;119;p6"/>
              <p:cNvSpPr/>
              <p:nvPr/>
            </p:nvSpPr>
            <p:spPr>
              <a:xfrm>
                <a:off x="7271550" y="683200"/>
                <a:ext cx="55800" cy="55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20" name="Google Shape;120;p6"/>
              <p:cNvSpPr/>
              <p:nvPr/>
            </p:nvSpPr>
            <p:spPr>
              <a:xfrm>
                <a:off x="6996750" y="853188"/>
                <a:ext cx="55800" cy="55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21" name="Google Shape;121;p6"/>
              <p:cNvSpPr/>
              <p:nvPr/>
            </p:nvSpPr>
            <p:spPr>
              <a:xfrm>
                <a:off x="7327350" y="1137038"/>
                <a:ext cx="55800" cy="55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122" name="Google Shape;122;p6"/>
            <p:cNvGrpSpPr/>
            <p:nvPr/>
          </p:nvGrpSpPr>
          <p:grpSpPr>
            <a:xfrm>
              <a:off x="171705" y="280176"/>
              <a:ext cx="422121" cy="1155600"/>
              <a:chOff x="171705" y="280176"/>
              <a:chExt cx="422121" cy="1155600"/>
            </a:xfrm>
          </p:grpSpPr>
          <p:grpSp>
            <p:nvGrpSpPr>
              <p:cNvPr id="123" name="Google Shape;123;p6"/>
              <p:cNvGrpSpPr/>
              <p:nvPr/>
            </p:nvGrpSpPr>
            <p:grpSpPr>
              <a:xfrm rot="10800000">
                <a:off x="189565" y="280176"/>
                <a:ext cx="386400" cy="509638"/>
                <a:chOff x="6996750" y="683200"/>
                <a:chExt cx="386400" cy="509638"/>
              </a:xfrm>
            </p:grpSpPr>
            <p:sp>
              <p:nvSpPr>
                <p:cNvPr id="124" name="Google Shape;124;p6"/>
                <p:cNvSpPr/>
                <p:nvPr/>
              </p:nvSpPr>
              <p:spPr>
                <a:xfrm>
                  <a:off x="7022500" y="704325"/>
                  <a:ext cx="338925" cy="464550"/>
                </a:xfrm>
                <a:custGeom>
                  <a:rect b="b" l="l" r="r" t="t"/>
                  <a:pathLst>
                    <a:path extrusionOk="0" h="18582" w="13557">
                      <a:moveTo>
                        <a:pt x="0" y="7012"/>
                      </a:moveTo>
                      <a:lnTo>
                        <a:pt x="11103" y="0"/>
                      </a:lnTo>
                      <a:lnTo>
                        <a:pt x="13557" y="18582"/>
                      </a:lnTo>
                      <a:close/>
                    </a:path>
                  </a:pathLst>
                </a:custGeom>
                <a:noFill/>
                <a:ln cap="flat" cmpd="sng" w="9525">
                  <a:solidFill>
                    <a:schemeClr val="lt2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sp>
            <p:sp>
              <p:nvSpPr>
                <p:cNvPr id="125" name="Google Shape;125;p6"/>
                <p:cNvSpPr/>
                <p:nvPr/>
              </p:nvSpPr>
              <p:spPr>
                <a:xfrm>
                  <a:off x="7271550" y="683200"/>
                  <a:ext cx="55800" cy="55800"/>
                </a:xfrm>
                <a:prstGeom prst="ellipse">
                  <a:avLst/>
                </a:pr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Inter"/>
                    <a:ea typeface="Inter"/>
                    <a:cs typeface="Inter"/>
                    <a:sym typeface="Inter"/>
                  </a:endParaRPr>
                </a:p>
              </p:txBody>
            </p:sp>
            <p:sp>
              <p:nvSpPr>
                <p:cNvPr id="126" name="Google Shape;126;p6"/>
                <p:cNvSpPr/>
                <p:nvPr/>
              </p:nvSpPr>
              <p:spPr>
                <a:xfrm>
                  <a:off x="6996750" y="853188"/>
                  <a:ext cx="55800" cy="55800"/>
                </a:xfrm>
                <a:prstGeom prst="ellipse">
                  <a:avLst/>
                </a:pr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Inter"/>
                    <a:ea typeface="Inter"/>
                    <a:cs typeface="Inter"/>
                    <a:sym typeface="Inter"/>
                  </a:endParaRPr>
                </a:p>
              </p:txBody>
            </p:sp>
            <p:sp>
              <p:nvSpPr>
                <p:cNvPr id="127" name="Google Shape;127;p6"/>
                <p:cNvSpPr/>
                <p:nvPr/>
              </p:nvSpPr>
              <p:spPr>
                <a:xfrm>
                  <a:off x="7327350" y="1137038"/>
                  <a:ext cx="55800" cy="55800"/>
                </a:xfrm>
                <a:prstGeom prst="ellipse">
                  <a:avLst/>
                </a:pr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Inter"/>
                    <a:ea typeface="Inter"/>
                    <a:cs typeface="Inter"/>
                    <a:sym typeface="Inter"/>
                  </a:endParaRPr>
                </a:p>
              </p:txBody>
            </p:sp>
          </p:grpSp>
          <p:grpSp>
            <p:nvGrpSpPr>
              <p:cNvPr id="128" name="Google Shape;128;p6"/>
              <p:cNvGrpSpPr/>
              <p:nvPr/>
            </p:nvGrpSpPr>
            <p:grpSpPr>
              <a:xfrm rot="10358384">
                <a:off x="194027" y="1040368"/>
                <a:ext cx="377477" cy="372765"/>
                <a:chOff x="7734988" y="693913"/>
                <a:chExt cx="377500" cy="372788"/>
              </a:xfrm>
            </p:grpSpPr>
            <p:sp>
              <p:nvSpPr>
                <p:cNvPr id="129" name="Google Shape;129;p6"/>
                <p:cNvSpPr/>
                <p:nvPr/>
              </p:nvSpPr>
              <p:spPr>
                <a:xfrm>
                  <a:off x="7758800" y="718925"/>
                  <a:ext cx="333075" cy="324325"/>
                </a:xfrm>
                <a:custGeom>
                  <a:rect b="b" l="l" r="r" t="t"/>
                  <a:pathLst>
                    <a:path extrusionOk="0" h="12973" w="13323">
                      <a:moveTo>
                        <a:pt x="0" y="12622"/>
                      </a:moveTo>
                      <a:lnTo>
                        <a:pt x="6661" y="0"/>
                      </a:lnTo>
                      <a:lnTo>
                        <a:pt x="13323" y="12973"/>
                      </a:lnTo>
                      <a:close/>
                    </a:path>
                  </a:pathLst>
                </a:custGeom>
                <a:noFill/>
                <a:ln cap="flat" cmpd="sng" w="9525">
                  <a:solidFill>
                    <a:schemeClr val="lt2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sp>
            <p:sp>
              <p:nvSpPr>
                <p:cNvPr id="130" name="Google Shape;130;p6"/>
                <p:cNvSpPr/>
                <p:nvPr/>
              </p:nvSpPr>
              <p:spPr>
                <a:xfrm>
                  <a:off x="7897438" y="693913"/>
                  <a:ext cx="55800" cy="55800"/>
                </a:xfrm>
                <a:prstGeom prst="ellipse">
                  <a:avLst/>
                </a:pr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Inter"/>
                    <a:ea typeface="Inter"/>
                    <a:cs typeface="Inter"/>
                    <a:sym typeface="Inter"/>
                  </a:endParaRPr>
                </a:p>
              </p:txBody>
            </p:sp>
            <p:sp>
              <p:nvSpPr>
                <p:cNvPr id="131" name="Google Shape;131;p6"/>
                <p:cNvSpPr/>
                <p:nvPr/>
              </p:nvSpPr>
              <p:spPr>
                <a:xfrm>
                  <a:off x="7734988" y="1003025"/>
                  <a:ext cx="55800" cy="55800"/>
                </a:xfrm>
                <a:prstGeom prst="ellipse">
                  <a:avLst/>
                </a:pr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Inter"/>
                    <a:ea typeface="Inter"/>
                    <a:cs typeface="Inter"/>
                    <a:sym typeface="Inter"/>
                  </a:endParaRPr>
                </a:p>
              </p:txBody>
            </p:sp>
            <p:sp>
              <p:nvSpPr>
                <p:cNvPr id="132" name="Google Shape;132;p6"/>
                <p:cNvSpPr/>
                <p:nvPr/>
              </p:nvSpPr>
              <p:spPr>
                <a:xfrm>
                  <a:off x="8056688" y="1010900"/>
                  <a:ext cx="55800" cy="55800"/>
                </a:xfrm>
                <a:prstGeom prst="ellipse">
                  <a:avLst/>
                </a:pr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Inter"/>
                    <a:ea typeface="Inter"/>
                    <a:cs typeface="Inter"/>
                    <a:sym typeface="Inter"/>
                  </a:endParaRPr>
                </a:p>
              </p:txBody>
            </p:sp>
          </p:grpSp>
        </p:grpSp>
      </p:grpSp>
      <p:sp>
        <p:nvSpPr>
          <p:cNvPr id="133" name="Google Shape;133;p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7"/>
          <p:cNvSpPr txBox="1"/>
          <p:nvPr>
            <p:ph type="title"/>
          </p:nvPr>
        </p:nvSpPr>
        <p:spPr>
          <a:xfrm>
            <a:off x="4688775" y="1145100"/>
            <a:ext cx="3403800" cy="1102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36" name="Google Shape;136;p7"/>
          <p:cNvSpPr txBox="1"/>
          <p:nvPr>
            <p:ph idx="1" type="body"/>
          </p:nvPr>
        </p:nvSpPr>
        <p:spPr>
          <a:xfrm>
            <a:off x="4688775" y="2247900"/>
            <a:ext cx="3403800" cy="175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0480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37" name="Google Shape;137;p7"/>
          <p:cNvSpPr/>
          <p:nvPr>
            <p:ph idx="2" type="pic"/>
          </p:nvPr>
        </p:nvSpPr>
        <p:spPr>
          <a:xfrm>
            <a:off x="3" y="0"/>
            <a:ext cx="4007400" cy="5143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138" name="Google Shape;138;p7"/>
          <p:cNvGrpSpPr/>
          <p:nvPr/>
        </p:nvGrpSpPr>
        <p:grpSpPr>
          <a:xfrm>
            <a:off x="8024239" y="267325"/>
            <a:ext cx="863123" cy="729426"/>
            <a:chOff x="8024239" y="267325"/>
            <a:chExt cx="863123" cy="729426"/>
          </a:xfrm>
        </p:grpSpPr>
        <p:grpSp>
          <p:nvGrpSpPr>
            <p:cNvPr id="139" name="Google Shape;139;p7"/>
            <p:cNvGrpSpPr/>
            <p:nvPr/>
          </p:nvGrpSpPr>
          <p:grpSpPr>
            <a:xfrm flipH="1" rot="10800000">
              <a:off x="8500963" y="487113"/>
              <a:ext cx="386400" cy="509638"/>
              <a:chOff x="6996750" y="683200"/>
              <a:chExt cx="386400" cy="509638"/>
            </a:xfrm>
          </p:grpSpPr>
          <p:sp>
            <p:nvSpPr>
              <p:cNvPr id="140" name="Google Shape;140;p7"/>
              <p:cNvSpPr/>
              <p:nvPr/>
            </p:nvSpPr>
            <p:spPr>
              <a:xfrm>
                <a:off x="7022500" y="704325"/>
                <a:ext cx="338925" cy="464550"/>
              </a:xfrm>
              <a:custGeom>
                <a:rect b="b" l="l" r="r" t="t"/>
                <a:pathLst>
                  <a:path extrusionOk="0" h="18582" w="13557">
                    <a:moveTo>
                      <a:pt x="0" y="7012"/>
                    </a:moveTo>
                    <a:lnTo>
                      <a:pt x="11103" y="0"/>
                    </a:lnTo>
                    <a:lnTo>
                      <a:pt x="13557" y="18582"/>
                    </a:lnTo>
                    <a:close/>
                  </a:path>
                </a:pathLst>
              </a:custGeom>
              <a:noFill/>
              <a:ln cap="flat" cmpd="sng" w="9525">
                <a:solidFill>
                  <a:schemeClr val="l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sp>
          <p:sp>
            <p:nvSpPr>
              <p:cNvPr id="141" name="Google Shape;141;p7"/>
              <p:cNvSpPr/>
              <p:nvPr/>
            </p:nvSpPr>
            <p:spPr>
              <a:xfrm>
                <a:off x="7271550" y="683200"/>
                <a:ext cx="55800" cy="55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42" name="Google Shape;142;p7"/>
              <p:cNvSpPr/>
              <p:nvPr/>
            </p:nvSpPr>
            <p:spPr>
              <a:xfrm>
                <a:off x="6996750" y="853188"/>
                <a:ext cx="55800" cy="55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43" name="Google Shape;143;p7"/>
              <p:cNvSpPr/>
              <p:nvPr/>
            </p:nvSpPr>
            <p:spPr>
              <a:xfrm>
                <a:off x="7327350" y="1137038"/>
                <a:ext cx="55800" cy="55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144" name="Google Shape;144;p7"/>
            <p:cNvGrpSpPr/>
            <p:nvPr/>
          </p:nvGrpSpPr>
          <p:grpSpPr>
            <a:xfrm flipH="1" rot="-10358384">
              <a:off x="8046561" y="289968"/>
              <a:ext cx="377477" cy="372765"/>
              <a:chOff x="7734988" y="693913"/>
              <a:chExt cx="377500" cy="372788"/>
            </a:xfrm>
          </p:grpSpPr>
          <p:sp>
            <p:nvSpPr>
              <p:cNvPr id="145" name="Google Shape;145;p7"/>
              <p:cNvSpPr/>
              <p:nvPr/>
            </p:nvSpPr>
            <p:spPr>
              <a:xfrm>
                <a:off x="7758800" y="718925"/>
                <a:ext cx="333075" cy="324325"/>
              </a:xfrm>
              <a:custGeom>
                <a:rect b="b" l="l" r="r" t="t"/>
                <a:pathLst>
                  <a:path extrusionOk="0" h="12973" w="13323">
                    <a:moveTo>
                      <a:pt x="0" y="12622"/>
                    </a:moveTo>
                    <a:lnTo>
                      <a:pt x="6661" y="0"/>
                    </a:lnTo>
                    <a:lnTo>
                      <a:pt x="13323" y="12973"/>
                    </a:lnTo>
                    <a:close/>
                  </a:path>
                </a:pathLst>
              </a:custGeom>
              <a:noFill/>
              <a:ln cap="flat" cmpd="sng" w="9525">
                <a:solidFill>
                  <a:schemeClr val="l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sp>
          <p:sp>
            <p:nvSpPr>
              <p:cNvPr id="146" name="Google Shape;146;p7"/>
              <p:cNvSpPr/>
              <p:nvPr/>
            </p:nvSpPr>
            <p:spPr>
              <a:xfrm>
                <a:off x="7897438" y="693913"/>
                <a:ext cx="55800" cy="55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47" name="Google Shape;147;p7"/>
              <p:cNvSpPr/>
              <p:nvPr/>
            </p:nvSpPr>
            <p:spPr>
              <a:xfrm>
                <a:off x="7734988" y="1003025"/>
                <a:ext cx="55800" cy="55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48" name="Google Shape;148;p7"/>
              <p:cNvSpPr/>
              <p:nvPr/>
            </p:nvSpPr>
            <p:spPr>
              <a:xfrm>
                <a:off x="8056688" y="1010900"/>
                <a:ext cx="55800" cy="55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  <p:sp>
        <p:nvSpPr>
          <p:cNvPr id="149" name="Google Shape;149;p7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8"/>
          <p:cNvSpPr txBox="1"/>
          <p:nvPr>
            <p:ph type="title"/>
          </p:nvPr>
        </p:nvSpPr>
        <p:spPr>
          <a:xfrm>
            <a:off x="2724150" y="1307100"/>
            <a:ext cx="3695700" cy="2529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  <p:grpSp>
        <p:nvGrpSpPr>
          <p:cNvPr id="152" name="Google Shape;152;p8"/>
          <p:cNvGrpSpPr/>
          <p:nvPr/>
        </p:nvGrpSpPr>
        <p:grpSpPr>
          <a:xfrm>
            <a:off x="7436225" y="267325"/>
            <a:ext cx="1468428" cy="1489564"/>
            <a:chOff x="7436225" y="267325"/>
            <a:chExt cx="1468428" cy="1489564"/>
          </a:xfrm>
        </p:grpSpPr>
        <p:grpSp>
          <p:nvGrpSpPr>
            <p:cNvPr id="153" name="Google Shape;153;p8"/>
            <p:cNvGrpSpPr/>
            <p:nvPr/>
          </p:nvGrpSpPr>
          <p:grpSpPr>
            <a:xfrm>
              <a:off x="8416700" y="267325"/>
              <a:ext cx="475050" cy="409925"/>
              <a:chOff x="3522825" y="751550"/>
              <a:chExt cx="475050" cy="409925"/>
            </a:xfrm>
          </p:grpSpPr>
          <p:sp>
            <p:nvSpPr>
              <p:cNvPr id="154" name="Google Shape;154;p8"/>
              <p:cNvSpPr/>
              <p:nvPr/>
            </p:nvSpPr>
            <p:spPr>
              <a:xfrm>
                <a:off x="3542125" y="769150"/>
                <a:ext cx="433250" cy="367100"/>
              </a:xfrm>
              <a:custGeom>
                <a:rect b="b" l="l" r="r" t="t"/>
                <a:pathLst>
                  <a:path extrusionOk="0" h="14684" w="17330">
                    <a:moveTo>
                      <a:pt x="0" y="0"/>
                    </a:moveTo>
                    <a:lnTo>
                      <a:pt x="17330" y="9128"/>
                    </a:lnTo>
                    <a:lnTo>
                      <a:pt x="9789" y="14684"/>
                    </a:lnTo>
                    <a:close/>
                  </a:path>
                </a:pathLst>
              </a:custGeom>
              <a:noFill/>
              <a:ln cap="flat" cmpd="sng" w="9525">
                <a:solidFill>
                  <a:schemeClr val="l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sp>
          <p:sp>
            <p:nvSpPr>
              <p:cNvPr id="155" name="Google Shape;155;p8"/>
              <p:cNvSpPr/>
              <p:nvPr/>
            </p:nvSpPr>
            <p:spPr>
              <a:xfrm>
                <a:off x="3522825" y="751550"/>
                <a:ext cx="55800" cy="55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56" name="Google Shape;156;p8"/>
              <p:cNvSpPr/>
              <p:nvPr/>
            </p:nvSpPr>
            <p:spPr>
              <a:xfrm>
                <a:off x="3942075" y="971350"/>
                <a:ext cx="55800" cy="55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57" name="Google Shape;157;p8"/>
              <p:cNvSpPr/>
              <p:nvPr/>
            </p:nvSpPr>
            <p:spPr>
              <a:xfrm>
                <a:off x="3754825" y="1105675"/>
                <a:ext cx="55800" cy="55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158" name="Google Shape;158;p8"/>
            <p:cNvGrpSpPr/>
            <p:nvPr/>
          </p:nvGrpSpPr>
          <p:grpSpPr>
            <a:xfrm rot="1522716">
              <a:off x="8465478" y="1321190"/>
              <a:ext cx="377502" cy="372789"/>
              <a:chOff x="7734988" y="693913"/>
              <a:chExt cx="377500" cy="372788"/>
            </a:xfrm>
          </p:grpSpPr>
          <p:sp>
            <p:nvSpPr>
              <p:cNvPr id="159" name="Google Shape;159;p8"/>
              <p:cNvSpPr/>
              <p:nvPr/>
            </p:nvSpPr>
            <p:spPr>
              <a:xfrm>
                <a:off x="7758800" y="718925"/>
                <a:ext cx="333075" cy="324325"/>
              </a:xfrm>
              <a:custGeom>
                <a:rect b="b" l="l" r="r" t="t"/>
                <a:pathLst>
                  <a:path extrusionOk="0" h="12973" w="13323">
                    <a:moveTo>
                      <a:pt x="0" y="12622"/>
                    </a:moveTo>
                    <a:lnTo>
                      <a:pt x="6661" y="0"/>
                    </a:lnTo>
                    <a:lnTo>
                      <a:pt x="13323" y="12973"/>
                    </a:lnTo>
                    <a:close/>
                  </a:path>
                </a:pathLst>
              </a:custGeom>
              <a:noFill/>
              <a:ln cap="flat" cmpd="sng" w="9525">
                <a:solidFill>
                  <a:schemeClr val="l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sp>
          <p:sp>
            <p:nvSpPr>
              <p:cNvPr id="160" name="Google Shape;160;p8"/>
              <p:cNvSpPr/>
              <p:nvPr/>
            </p:nvSpPr>
            <p:spPr>
              <a:xfrm>
                <a:off x="7897438" y="693913"/>
                <a:ext cx="55800" cy="55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61" name="Google Shape;161;p8"/>
              <p:cNvSpPr/>
              <p:nvPr/>
            </p:nvSpPr>
            <p:spPr>
              <a:xfrm>
                <a:off x="7734988" y="1003025"/>
                <a:ext cx="55800" cy="55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62" name="Google Shape;162;p8"/>
              <p:cNvSpPr/>
              <p:nvPr/>
            </p:nvSpPr>
            <p:spPr>
              <a:xfrm>
                <a:off x="8056688" y="1010900"/>
                <a:ext cx="55800" cy="55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163" name="Google Shape;163;p8"/>
            <p:cNvGrpSpPr/>
            <p:nvPr/>
          </p:nvGrpSpPr>
          <p:grpSpPr>
            <a:xfrm>
              <a:off x="7436225" y="280175"/>
              <a:ext cx="386400" cy="509638"/>
              <a:chOff x="6996750" y="683200"/>
              <a:chExt cx="386400" cy="509638"/>
            </a:xfrm>
          </p:grpSpPr>
          <p:sp>
            <p:nvSpPr>
              <p:cNvPr id="164" name="Google Shape;164;p8"/>
              <p:cNvSpPr/>
              <p:nvPr/>
            </p:nvSpPr>
            <p:spPr>
              <a:xfrm>
                <a:off x="7022500" y="704325"/>
                <a:ext cx="338925" cy="464550"/>
              </a:xfrm>
              <a:custGeom>
                <a:rect b="b" l="l" r="r" t="t"/>
                <a:pathLst>
                  <a:path extrusionOk="0" h="18582" w="13557">
                    <a:moveTo>
                      <a:pt x="0" y="7012"/>
                    </a:moveTo>
                    <a:lnTo>
                      <a:pt x="11103" y="0"/>
                    </a:lnTo>
                    <a:lnTo>
                      <a:pt x="13557" y="18582"/>
                    </a:lnTo>
                    <a:close/>
                  </a:path>
                </a:pathLst>
              </a:custGeom>
              <a:noFill/>
              <a:ln cap="flat" cmpd="sng" w="9525">
                <a:solidFill>
                  <a:schemeClr val="l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sp>
          <p:sp>
            <p:nvSpPr>
              <p:cNvPr id="165" name="Google Shape;165;p8"/>
              <p:cNvSpPr/>
              <p:nvPr/>
            </p:nvSpPr>
            <p:spPr>
              <a:xfrm>
                <a:off x="7271550" y="683200"/>
                <a:ext cx="55800" cy="55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66" name="Google Shape;166;p8"/>
              <p:cNvSpPr/>
              <p:nvPr/>
            </p:nvSpPr>
            <p:spPr>
              <a:xfrm>
                <a:off x="6996750" y="853188"/>
                <a:ext cx="55800" cy="55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67" name="Google Shape;167;p8"/>
              <p:cNvSpPr/>
              <p:nvPr/>
            </p:nvSpPr>
            <p:spPr>
              <a:xfrm>
                <a:off x="7327350" y="1137038"/>
                <a:ext cx="55800" cy="55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  <p:grpSp>
        <p:nvGrpSpPr>
          <p:cNvPr id="168" name="Google Shape;168;p8"/>
          <p:cNvGrpSpPr/>
          <p:nvPr/>
        </p:nvGrpSpPr>
        <p:grpSpPr>
          <a:xfrm>
            <a:off x="8024239" y="4174100"/>
            <a:ext cx="863123" cy="729426"/>
            <a:chOff x="8024239" y="4174100"/>
            <a:chExt cx="863123" cy="729426"/>
          </a:xfrm>
        </p:grpSpPr>
        <p:grpSp>
          <p:nvGrpSpPr>
            <p:cNvPr id="169" name="Google Shape;169;p8"/>
            <p:cNvGrpSpPr/>
            <p:nvPr/>
          </p:nvGrpSpPr>
          <p:grpSpPr>
            <a:xfrm>
              <a:off x="8500963" y="4174100"/>
              <a:ext cx="386400" cy="509638"/>
              <a:chOff x="6996750" y="683200"/>
              <a:chExt cx="386400" cy="509638"/>
            </a:xfrm>
          </p:grpSpPr>
          <p:sp>
            <p:nvSpPr>
              <p:cNvPr id="170" name="Google Shape;170;p8"/>
              <p:cNvSpPr/>
              <p:nvPr/>
            </p:nvSpPr>
            <p:spPr>
              <a:xfrm>
                <a:off x="7022500" y="704325"/>
                <a:ext cx="338925" cy="464550"/>
              </a:xfrm>
              <a:custGeom>
                <a:rect b="b" l="l" r="r" t="t"/>
                <a:pathLst>
                  <a:path extrusionOk="0" h="18582" w="13557">
                    <a:moveTo>
                      <a:pt x="0" y="7012"/>
                    </a:moveTo>
                    <a:lnTo>
                      <a:pt x="11103" y="0"/>
                    </a:lnTo>
                    <a:lnTo>
                      <a:pt x="13557" y="18582"/>
                    </a:lnTo>
                    <a:close/>
                  </a:path>
                </a:pathLst>
              </a:custGeom>
              <a:noFill/>
              <a:ln cap="flat" cmpd="sng" w="9525">
                <a:solidFill>
                  <a:schemeClr val="l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sp>
          <p:sp>
            <p:nvSpPr>
              <p:cNvPr id="171" name="Google Shape;171;p8"/>
              <p:cNvSpPr/>
              <p:nvPr/>
            </p:nvSpPr>
            <p:spPr>
              <a:xfrm>
                <a:off x="7271550" y="683200"/>
                <a:ext cx="55800" cy="55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72" name="Google Shape;172;p8"/>
              <p:cNvSpPr/>
              <p:nvPr/>
            </p:nvSpPr>
            <p:spPr>
              <a:xfrm>
                <a:off x="6996750" y="853188"/>
                <a:ext cx="55800" cy="55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73" name="Google Shape;173;p8"/>
              <p:cNvSpPr/>
              <p:nvPr/>
            </p:nvSpPr>
            <p:spPr>
              <a:xfrm>
                <a:off x="7327350" y="1137038"/>
                <a:ext cx="55800" cy="55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174" name="Google Shape;174;p8"/>
            <p:cNvGrpSpPr/>
            <p:nvPr/>
          </p:nvGrpSpPr>
          <p:grpSpPr>
            <a:xfrm rot="-441616">
              <a:off x="8046561" y="4508118"/>
              <a:ext cx="377477" cy="372765"/>
              <a:chOff x="7734988" y="693913"/>
              <a:chExt cx="377500" cy="372788"/>
            </a:xfrm>
          </p:grpSpPr>
          <p:sp>
            <p:nvSpPr>
              <p:cNvPr id="175" name="Google Shape;175;p8"/>
              <p:cNvSpPr/>
              <p:nvPr/>
            </p:nvSpPr>
            <p:spPr>
              <a:xfrm>
                <a:off x="7758800" y="718925"/>
                <a:ext cx="333075" cy="324325"/>
              </a:xfrm>
              <a:custGeom>
                <a:rect b="b" l="l" r="r" t="t"/>
                <a:pathLst>
                  <a:path extrusionOk="0" h="12973" w="13323">
                    <a:moveTo>
                      <a:pt x="0" y="12622"/>
                    </a:moveTo>
                    <a:lnTo>
                      <a:pt x="6661" y="0"/>
                    </a:lnTo>
                    <a:lnTo>
                      <a:pt x="13323" y="12973"/>
                    </a:lnTo>
                    <a:close/>
                  </a:path>
                </a:pathLst>
              </a:custGeom>
              <a:noFill/>
              <a:ln cap="flat" cmpd="sng" w="9525">
                <a:solidFill>
                  <a:schemeClr val="l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sp>
          <p:sp>
            <p:nvSpPr>
              <p:cNvPr id="176" name="Google Shape;176;p8"/>
              <p:cNvSpPr/>
              <p:nvPr/>
            </p:nvSpPr>
            <p:spPr>
              <a:xfrm>
                <a:off x="7897438" y="693913"/>
                <a:ext cx="55800" cy="55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77" name="Google Shape;177;p8"/>
              <p:cNvSpPr/>
              <p:nvPr/>
            </p:nvSpPr>
            <p:spPr>
              <a:xfrm>
                <a:off x="7734988" y="1003025"/>
                <a:ext cx="55800" cy="55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78" name="Google Shape;178;p8"/>
              <p:cNvSpPr/>
              <p:nvPr/>
            </p:nvSpPr>
            <p:spPr>
              <a:xfrm>
                <a:off x="8056688" y="1010900"/>
                <a:ext cx="55800" cy="55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  <p:sp>
        <p:nvSpPr>
          <p:cNvPr id="179" name="Google Shape;179;p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9"/>
          <p:cNvSpPr txBox="1"/>
          <p:nvPr>
            <p:ph type="title"/>
          </p:nvPr>
        </p:nvSpPr>
        <p:spPr>
          <a:xfrm>
            <a:off x="2201850" y="1584874"/>
            <a:ext cx="4740300" cy="841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5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82" name="Google Shape;182;p9"/>
          <p:cNvSpPr txBox="1"/>
          <p:nvPr>
            <p:ph idx="1" type="subTitle"/>
          </p:nvPr>
        </p:nvSpPr>
        <p:spPr>
          <a:xfrm>
            <a:off x="2201925" y="2427926"/>
            <a:ext cx="4740300" cy="113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grpSp>
        <p:nvGrpSpPr>
          <p:cNvPr id="183" name="Google Shape;183;p9"/>
          <p:cNvGrpSpPr/>
          <p:nvPr/>
        </p:nvGrpSpPr>
        <p:grpSpPr>
          <a:xfrm>
            <a:off x="171705" y="280176"/>
            <a:ext cx="8807468" cy="4655725"/>
            <a:chOff x="171705" y="280176"/>
            <a:chExt cx="8807468" cy="4655725"/>
          </a:xfrm>
        </p:grpSpPr>
        <p:grpSp>
          <p:nvGrpSpPr>
            <p:cNvPr id="184" name="Google Shape;184;p9"/>
            <p:cNvGrpSpPr/>
            <p:nvPr/>
          </p:nvGrpSpPr>
          <p:grpSpPr>
            <a:xfrm rot="-9277284">
              <a:off x="8539998" y="3946147"/>
              <a:ext cx="377502" cy="372789"/>
              <a:chOff x="7734988" y="693913"/>
              <a:chExt cx="377500" cy="372788"/>
            </a:xfrm>
          </p:grpSpPr>
          <p:sp>
            <p:nvSpPr>
              <p:cNvPr id="185" name="Google Shape;185;p9"/>
              <p:cNvSpPr/>
              <p:nvPr/>
            </p:nvSpPr>
            <p:spPr>
              <a:xfrm>
                <a:off x="7758800" y="718925"/>
                <a:ext cx="333075" cy="324325"/>
              </a:xfrm>
              <a:custGeom>
                <a:rect b="b" l="l" r="r" t="t"/>
                <a:pathLst>
                  <a:path extrusionOk="0" h="12973" w="13323">
                    <a:moveTo>
                      <a:pt x="0" y="12622"/>
                    </a:moveTo>
                    <a:lnTo>
                      <a:pt x="6661" y="0"/>
                    </a:lnTo>
                    <a:lnTo>
                      <a:pt x="13323" y="12973"/>
                    </a:lnTo>
                    <a:close/>
                  </a:path>
                </a:pathLst>
              </a:custGeom>
              <a:noFill/>
              <a:ln cap="flat" cmpd="sng" w="9525">
                <a:solidFill>
                  <a:schemeClr val="l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sp>
          <p:sp>
            <p:nvSpPr>
              <p:cNvPr id="186" name="Google Shape;186;p9"/>
              <p:cNvSpPr/>
              <p:nvPr/>
            </p:nvSpPr>
            <p:spPr>
              <a:xfrm>
                <a:off x="7897438" y="693913"/>
                <a:ext cx="55800" cy="55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87" name="Google Shape;187;p9"/>
              <p:cNvSpPr/>
              <p:nvPr/>
            </p:nvSpPr>
            <p:spPr>
              <a:xfrm>
                <a:off x="7734988" y="1003025"/>
                <a:ext cx="55800" cy="55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88" name="Google Shape;188;p9"/>
              <p:cNvSpPr/>
              <p:nvPr/>
            </p:nvSpPr>
            <p:spPr>
              <a:xfrm>
                <a:off x="8056688" y="1010900"/>
                <a:ext cx="55800" cy="55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189" name="Google Shape;189;p9"/>
            <p:cNvGrpSpPr/>
            <p:nvPr/>
          </p:nvGrpSpPr>
          <p:grpSpPr>
            <a:xfrm rot="10800000">
              <a:off x="8439828" y="4426263"/>
              <a:ext cx="386400" cy="509638"/>
              <a:chOff x="6996750" y="683200"/>
              <a:chExt cx="386400" cy="509638"/>
            </a:xfrm>
          </p:grpSpPr>
          <p:sp>
            <p:nvSpPr>
              <p:cNvPr id="190" name="Google Shape;190;p9"/>
              <p:cNvSpPr/>
              <p:nvPr/>
            </p:nvSpPr>
            <p:spPr>
              <a:xfrm>
                <a:off x="7022500" y="704325"/>
                <a:ext cx="338925" cy="464550"/>
              </a:xfrm>
              <a:custGeom>
                <a:rect b="b" l="l" r="r" t="t"/>
                <a:pathLst>
                  <a:path extrusionOk="0" h="18582" w="13557">
                    <a:moveTo>
                      <a:pt x="0" y="7012"/>
                    </a:moveTo>
                    <a:lnTo>
                      <a:pt x="11103" y="0"/>
                    </a:lnTo>
                    <a:lnTo>
                      <a:pt x="13557" y="18582"/>
                    </a:lnTo>
                    <a:close/>
                  </a:path>
                </a:pathLst>
              </a:custGeom>
              <a:noFill/>
              <a:ln cap="flat" cmpd="sng" w="9525">
                <a:solidFill>
                  <a:schemeClr val="l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sp>
          <p:sp>
            <p:nvSpPr>
              <p:cNvPr id="191" name="Google Shape;191;p9"/>
              <p:cNvSpPr/>
              <p:nvPr/>
            </p:nvSpPr>
            <p:spPr>
              <a:xfrm>
                <a:off x="7271550" y="683200"/>
                <a:ext cx="55800" cy="55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92" name="Google Shape;192;p9"/>
              <p:cNvSpPr/>
              <p:nvPr/>
            </p:nvSpPr>
            <p:spPr>
              <a:xfrm>
                <a:off x="6996750" y="853188"/>
                <a:ext cx="55800" cy="55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93" name="Google Shape;193;p9"/>
              <p:cNvSpPr/>
              <p:nvPr/>
            </p:nvSpPr>
            <p:spPr>
              <a:xfrm>
                <a:off x="7327350" y="1137038"/>
                <a:ext cx="55800" cy="55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194" name="Google Shape;194;p9"/>
            <p:cNvGrpSpPr/>
            <p:nvPr/>
          </p:nvGrpSpPr>
          <p:grpSpPr>
            <a:xfrm>
              <a:off x="171705" y="280176"/>
              <a:ext cx="422121" cy="1155600"/>
              <a:chOff x="171705" y="280176"/>
              <a:chExt cx="422121" cy="1155600"/>
            </a:xfrm>
          </p:grpSpPr>
          <p:grpSp>
            <p:nvGrpSpPr>
              <p:cNvPr id="195" name="Google Shape;195;p9"/>
              <p:cNvGrpSpPr/>
              <p:nvPr/>
            </p:nvGrpSpPr>
            <p:grpSpPr>
              <a:xfrm rot="10800000">
                <a:off x="189565" y="280176"/>
                <a:ext cx="386400" cy="509638"/>
                <a:chOff x="6996750" y="683200"/>
                <a:chExt cx="386400" cy="509638"/>
              </a:xfrm>
            </p:grpSpPr>
            <p:sp>
              <p:nvSpPr>
                <p:cNvPr id="196" name="Google Shape;196;p9"/>
                <p:cNvSpPr/>
                <p:nvPr/>
              </p:nvSpPr>
              <p:spPr>
                <a:xfrm>
                  <a:off x="7022500" y="704325"/>
                  <a:ext cx="338925" cy="464550"/>
                </a:xfrm>
                <a:custGeom>
                  <a:rect b="b" l="l" r="r" t="t"/>
                  <a:pathLst>
                    <a:path extrusionOk="0" h="18582" w="13557">
                      <a:moveTo>
                        <a:pt x="0" y="7012"/>
                      </a:moveTo>
                      <a:lnTo>
                        <a:pt x="11103" y="0"/>
                      </a:lnTo>
                      <a:lnTo>
                        <a:pt x="13557" y="18582"/>
                      </a:lnTo>
                      <a:close/>
                    </a:path>
                  </a:pathLst>
                </a:custGeom>
                <a:noFill/>
                <a:ln cap="flat" cmpd="sng" w="9525">
                  <a:solidFill>
                    <a:schemeClr val="lt2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sp>
            <p:sp>
              <p:nvSpPr>
                <p:cNvPr id="197" name="Google Shape;197;p9"/>
                <p:cNvSpPr/>
                <p:nvPr/>
              </p:nvSpPr>
              <p:spPr>
                <a:xfrm>
                  <a:off x="7271550" y="683200"/>
                  <a:ext cx="55800" cy="55800"/>
                </a:xfrm>
                <a:prstGeom prst="ellipse">
                  <a:avLst/>
                </a:pr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Inter"/>
                    <a:ea typeface="Inter"/>
                    <a:cs typeface="Inter"/>
                    <a:sym typeface="Inter"/>
                  </a:endParaRPr>
                </a:p>
              </p:txBody>
            </p:sp>
            <p:sp>
              <p:nvSpPr>
                <p:cNvPr id="198" name="Google Shape;198;p9"/>
                <p:cNvSpPr/>
                <p:nvPr/>
              </p:nvSpPr>
              <p:spPr>
                <a:xfrm>
                  <a:off x="6996750" y="853188"/>
                  <a:ext cx="55800" cy="55800"/>
                </a:xfrm>
                <a:prstGeom prst="ellipse">
                  <a:avLst/>
                </a:pr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Inter"/>
                    <a:ea typeface="Inter"/>
                    <a:cs typeface="Inter"/>
                    <a:sym typeface="Inter"/>
                  </a:endParaRPr>
                </a:p>
              </p:txBody>
            </p:sp>
            <p:sp>
              <p:nvSpPr>
                <p:cNvPr id="199" name="Google Shape;199;p9"/>
                <p:cNvSpPr/>
                <p:nvPr/>
              </p:nvSpPr>
              <p:spPr>
                <a:xfrm>
                  <a:off x="7327350" y="1137038"/>
                  <a:ext cx="55800" cy="55800"/>
                </a:xfrm>
                <a:prstGeom prst="ellipse">
                  <a:avLst/>
                </a:pr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Inter"/>
                    <a:ea typeface="Inter"/>
                    <a:cs typeface="Inter"/>
                    <a:sym typeface="Inter"/>
                  </a:endParaRPr>
                </a:p>
              </p:txBody>
            </p:sp>
          </p:grpSp>
          <p:grpSp>
            <p:nvGrpSpPr>
              <p:cNvPr id="200" name="Google Shape;200;p9"/>
              <p:cNvGrpSpPr/>
              <p:nvPr/>
            </p:nvGrpSpPr>
            <p:grpSpPr>
              <a:xfrm rot="10358384">
                <a:off x="194027" y="1040368"/>
                <a:ext cx="377477" cy="372765"/>
                <a:chOff x="7734988" y="693913"/>
                <a:chExt cx="377500" cy="372788"/>
              </a:xfrm>
            </p:grpSpPr>
            <p:sp>
              <p:nvSpPr>
                <p:cNvPr id="201" name="Google Shape;201;p9"/>
                <p:cNvSpPr/>
                <p:nvPr/>
              </p:nvSpPr>
              <p:spPr>
                <a:xfrm>
                  <a:off x="7758800" y="718925"/>
                  <a:ext cx="333075" cy="324325"/>
                </a:xfrm>
                <a:custGeom>
                  <a:rect b="b" l="l" r="r" t="t"/>
                  <a:pathLst>
                    <a:path extrusionOk="0" h="12973" w="13323">
                      <a:moveTo>
                        <a:pt x="0" y="12622"/>
                      </a:moveTo>
                      <a:lnTo>
                        <a:pt x="6661" y="0"/>
                      </a:lnTo>
                      <a:lnTo>
                        <a:pt x="13323" y="12973"/>
                      </a:lnTo>
                      <a:close/>
                    </a:path>
                  </a:pathLst>
                </a:custGeom>
                <a:noFill/>
                <a:ln cap="flat" cmpd="sng" w="9525">
                  <a:solidFill>
                    <a:schemeClr val="lt2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sp>
            <p:sp>
              <p:nvSpPr>
                <p:cNvPr id="202" name="Google Shape;202;p9"/>
                <p:cNvSpPr/>
                <p:nvPr/>
              </p:nvSpPr>
              <p:spPr>
                <a:xfrm>
                  <a:off x="7897438" y="693913"/>
                  <a:ext cx="55800" cy="55800"/>
                </a:xfrm>
                <a:prstGeom prst="ellipse">
                  <a:avLst/>
                </a:pr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Inter"/>
                    <a:ea typeface="Inter"/>
                    <a:cs typeface="Inter"/>
                    <a:sym typeface="Inter"/>
                  </a:endParaRPr>
                </a:p>
              </p:txBody>
            </p:sp>
            <p:sp>
              <p:nvSpPr>
                <p:cNvPr id="203" name="Google Shape;203;p9"/>
                <p:cNvSpPr/>
                <p:nvPr/>
              </p:nvSpPr>
              <p:spPr>
                <a:xfrm>
                  <a:off x="7734988" y="1003025"/>
                  <a:ext cx="55800" cy="55800"/>
                </a:xfrm>
                <a:prstGeom prst="ellipse">
                  <a:avLst/>
                </a:pr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Inter"/>
                    <a:ea typeface="Inter"/>
                    <a:cs typeface="Inter"/>
                    <a:sym typeface="Inter"/>
                  </a:endParaRPr>
                </a:p>
              </p:txBody>
            </p:sp>
            <p:sp>
              <p:nvSpPr>
                <p:cNvPr id="204" name="Google Shape;204;p9"/>
                <p:cNvSpPr/>
                <p:nvPr/>
              </p:nvSpPr>
              <p:spPr>
                <a:xfrm>
                  <a:off x="8056688" y="1010900"/>
                  <a:ext cx="55800" cy="55800"/>
                </a:xfrm>
                <a:prstGeom prst="ellipse">
                  <a:avLst/>
                </a:pr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Inter"/>
                    <a:ea typeface="Inter"/>
                    <a:cs typeface="Inter"/>
                    <a:sym typeface="Inter"/>
                  </a:endParaRPr>
                </a:p>
              </p:txBody>
            </p:sp>
          </p:grpSp>
        </p:grpSp>
      </p:grpSp>
      <p:sp>
        <p:nvSpPr>
          <p:cNvPr id="205" name="Google Shape;205;p9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10"/>
          <p:cNvSpPr/>
          <p:nvPr>
            <p:ph idx="2" type="pic"/>
          </p:nvPr>
        </p:nvSpPr>
        <p:spPr>
          <a:xfrm>
            <a:off x="-6875" y="0"/>
            <a:ext cx="9144000" cy="5157300"/>
          </a:xfrm>
          <a:prstGeom prst="rect">
            <a:avLst/>
          </a:prstGeom>
          <a:noFill/>
          <a:ln>
            <a:noFill/>
          </a:ln>
        </p:spPr>
      </p:sp>
      <p:sp>
        <p:nvSpPr>
          <p:cNvPr id="208" name="Google Shape;208;p10"/>
          <p:cNvSpPr txBox="1"/>
          <p:nvPr>
            <p:ph type="title"/>
          </p:nvPr>
        </p:nvSpPr>
        <p:spPr>
          <a:xfrm>
            <a:off x="720000" y="4038000"/>
            <a:ext cx="7704000" cy="572700"/>
          </a:xfrm>
          <a:prstGeom prst="rect">
            <a:avLst/>
          </a:prstGeom>
          <a:solidFill>
            <a:schemeClr val="lt1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09" name="Google Shape;209;p10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11"/>
          <p:cNvSpPr/>
          <p:nvPr>
            <p:ph idx="2" type="pic"/>
          </p:nvPr>
        </p:nvSpPr>
        <p:spPr>
          <a:xfrm>
            <a:off x="-1" y="0"/>
            <a:ext cx="9144000" cy="2942400"/>
          </a:xfrm>
          <a:prstGeom prst="rect">
            <a:avLst/>
          </a:prstGeom>
          <a:noFill/>
          <a:ln>
            <a:noFill/>
          </a:ln>
        </p:spPr>
      </p:sp>
      <p:sp>
        <p:nvSpPr>
          <p:cNvPr id="212" name="Google Shape;212;p11"/>
          <p:cNvSpPr txBox="1"/>
          <p:nvPr>
            <p:ph hasCustomPrompt="1" type="title"/>
          </p:nvPr>
        </p:nvSpPr>
        <p:spPr>
          <a:xfrm>
            <a:off x="1688644" y="2495550"/>
            <a:ext cx="5727000" cy="978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None/>
              <a:defRPr sz="6000">
                <a:solidFill>
                  <a:schemeClr val="dk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None/>
              <a:defRPr sz="6000">
                <a:solidFill>
                  <a:schemeClr val="dk2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None/>
              <a:defRPr sz="6000">
                <a:solidFill>
                  <a:schemeClr val="dk2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None/>
              <a:defRPr sz="6000">
                <a:solidFill>
                  <a:schemeClr val="dk2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None/>
              <a:defRPr sz="6000">
                <a:solidFill>
                  <a:schemeClr val="dk2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None/>
              <a:defRPr sz="6000">
                <a:solidFill>
                  <a:schemeClr val="dk2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None/>
              <a:defRPr sz="6000">
                <a:solidFill>
                  <a:schemeClr val="dk2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None/>
              <a:defRPr sz="6000">
                <a:solidFill>
                  <a:schemeClr val="dk2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None/>
              <a:defRPr sz="60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13" name="Google Shape;213;p11"/>
          <p:cNvSpPr txBox="1"/>
          <p:nvPr>
            <p:ph idx="1" type="subTitle"/>
          </p:nvPr>
        </p:nvSpPr>
        <p:spPr>
          <a:xfrm>
            <a:off x="1728356" y="3473904"/>
            <a:ext cx="5727000" cy="1058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grpSp>
        <p:nvGrpSpPr>
          <p:cNvPr id="214" name="Google Shape;214;p11"/>
          <p:cNvGrpSpPr/>
          <p:nvPr/>
        </p:nvGrpSpPr>
        <p:grpSpPr>
          <a:xfrm>
            <a:off x="7444500" y="267325"/>
            <a:ext cx="1468428" cy="1489564"/>
            <a:chOff x="7436225" y="267325"/>
            <a:chExt cx="1468428" cy="1489564"/>
          </a:xfrm>
        </p:grpSpPr>
        <p:grpSp>
          <p:nvGrpSpPr>
            <p:cNvPr id="215" name="Google Shape;215;p11"/>
            <p:cNvGrpSpPr/>
            <p:nvPr/>
          </p:nvGrpSpPr>
          <p:grpSpPr>
            <a:xfrm>
              <a:off x="8416700" y="267325"/>
              <a:ext cx="475050" cy="409925"/>
              <a:chOff x="3522825" y="751550"/>
              <a:chExt cx="475050" cy="409925"/>
            </a:xfrm>
          </p:grpSpPr>
          <p:sp>
            <p:nvSpPr>
              <p:cNvPr id="216" name="Google Shape;216;p11"/>
              <p:cNvSpPr/>
              <p:nvPr/>
            </p:nvSpPr>
            <p:spPr>
              <a:xfrm>
                <a:off x="3542125" y="769150"/>
                <a:ext cx="433250" cy="367100"/>
              </a:xfrm>
              <a:custGeom>
                <a:rect b="b" l="l" r="r" t="t"/>
                <a:pathLst>
                  <a:path extrusionOk="0" h="14684" w="17330">
                    <a:moveTo>
                      <a:pt x="0" y="0"/>
                    </a:moveTo>
                    <a:lnTo>
                      <a:pt x="17330" y="9128"/>
                    </a:lnTo>
                    <a:lnTo>
                      <a:pt x="9789" y="14684"/>
                    </a:lnTo>
                    <a:close/>
                  </a:path>
                </a:pathLst>
              </a:custGeom>
              <a:noFill/>
              <a:ln cap="flat" cmpd="sng" w="9525">
                <a:solidFill>
                  <a:schemeClr val="l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sp>
          <p:sp>
            <p:nvSpPr>
              <p:cNvPr id="217" name="Google Shape;217;p11"/>
              <p:cNvSpPr/>
              <p:nvPr/>
            </p:nvSpPr>
            <p:spPr>
              <a:xfrm>
                <a:off x="3522825" y="751550"/>
                <a:ext cx="55800" cy="55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18" name="Google Shape;218;p11"/>
              <p:cNvSpPr/>
              <p:nvPr/>
            </p:nvSpPr>
            <p:spPr>
              <a:xfrm>
                <a:off x="3942075" y="971350"/>
                <a:ext cx="55800" cy="55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19" name="Google Shape;219;p11"/>
              <p:cNvSpPr/>
              <p:nvPr/>
            </p:nvSpPr>
            <p:spPr>
              <a:xfrm>
                <a:off x="3754825" y="1105675"/>
                <a:ext cx="55800" cy="55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220" name="Google Shape;220;p11"/>
            <p:cNvGrpSpPr/>
            <p:nvPr/>
          </p:nvGrpSpPr>
          <p:grpSpPr>
            <a:xfrm rot="1522716">
              <a:off x="8465478" y="1321190"/>
              <a:ext cx="377502" cy="372789"/>
              <a:chOff x="7734988" y="693913"/>
              <a:chExt cx="377500" cy="372788"/>
            </a:xfrm>
          </p:grpSpPr>
          <p:sp>
            <p:nvSpPr>
              <p:cNvPr id="221" name="Google Shape;221;p11"/>
              <p:cNvSpPr/>
              <p:nvPr/>
            </p:nvSpPr>
            <p:spPr>
              <a:xfrm>
                <a:off x="7758800" y="718925"/>
                <a:ext cx="333075" cy="324325"/>
              </a:xfrm>
              <a:custGeom>
                <a:rect b="b" l="l" r="r" t="t"/>
                <a:pathLst>
                  <a:path extrusionOk="0" h="12973" w="13323">
                    <a:moveTo>
                      <a:pt x="0" y="12622"/>
                    </a:moveTo>
                    <a:lnTo>
                      <a:pt x="6661" y="0"/>
                    </a:lnTo>
                    <a:lnTo>
                      <a:pt x="13323" y="12973"/>
                    </a:lnTo>
                    <a:close/>
                  </a:path>
                </a:pathLst>
              </a:custGeom>
              <a:noFill/>
              <a:ln cap="flat" cmpd="sng" w="9525">
                <a:solidFill>
                  <a:schemeClr val="l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sp>
          <p:sp>
            <p:nvSpPr>
              <p:cNvPr id="222" name="Google Shape;222;p11"/>
              <p:cNvSpPr/>
              <p:nvPr/>
            </p:nvSpPr>
            <p:spPr>
              <a:xfrm>
                <a:off x="7897438" y="693913"/>
                <a:ext cx="55800" cy="55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23" name="Google Shape;223;p11"/>
              <p:cNvSpPr/>
              <p:nvPr/>
            </p:nvSpPr>
            <p:spPr>
              <a:xfrm>
                <a:off x="7734988" y="1003025"/>
                <a:ext cx="55800" cy="55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24" name="Google Shape;224;p11"/>
              <p:cNvSpPr/>
              <p:nvPr/>
            </p:nvSpPr>
            <p:spPr>
              <a:xfrm>
                <a:off x="8056688" y="1010900"/>
                <a:ext cx="55800" cy="55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225" name="Google Shape;225;p11"/>
            <p:cNvGrpSpPr/>
            <p:nvPr/>
          </p:nvGrpSpPr>
          <p:grpSpPr>
            <a:xfrm>
              <a:off x="7436225" y="280175"/>
              <a:ext cx="386400" cy="509638"/>
              <a:chOff x="6996750" y="683200"/>
              <a:chExt cx="386400" cy="509638"/>
            </a:xfrm>
          </p:grpSpPr>
          <p:sp>
            <p:nvSpPr>
              <p:cNvPr id="226" name="Google Shape;226;p11"/>
              <p:cNvSpPr/>
              <p:nvPr/>
            </p:nvSpPr>
            <p:spPr>
              <a:xfrm>
                <a:off x="7022500" y="704325"/>
                <a:ext cx="338925" cy="464550"/>
              </a:xfrm>
              <a:custGeom>
                <a:rect b="b" l="l" r="r" t="t"/>
                <a:pathLst>
                  <a:path extrusionOk="0" h="18582" w="13557">
                    <a:moveTo>
                      <a:pt x="0" y="7012"/>
                    </a:moveTo>
                    <a:lnTo>
                      <a:pt x="11103" y="0"/>
                    </a:lnTo>
                    <a:lnTo>
                      <a:pt x="13557" y="18582"/>
                    </a:lnTo>
                    <a:close/>
                  </a:path>
                </a:pathLst>
              </a:custGeom>
              <a:noFill/>
              <a:ln cap="flat" cmpd="sng" w="9525">
                <a:solidFill>
                  <a:schemeClr val="l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sp>
          <p:sp>
            <p:nvSpPr>
              <p:cNvPr id="227" name="Google Shape;227;p11"/>
              <p:cNvSpPr/>
              <p:nvPr/>
            </p:nvSpPr>
            <p:spPr>
              <a:xfrm>
                <a:off x="7271550" y="683200"/>
                <a:ext cx="55800" cy="55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28" name="Google Shape;228;p11"/>
              <p:cNvSpPr/>
              <p:nvPr/>
            </p:nvSpPr>
            <p:spPr>
              <a:xfrm>
                <a:off x="6996750" y="853188"/>
                <a:ext cx="55800" cy="55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29" name="Google Shape;229;p11"/>
              <p:cNvSpPr/>
              <p:nvPr/>
            </p:nvSpPr>
            <p:spPr>
              <a:xfrm>
                <a:off x="7327350" y="1137038"/>
                <a:ext cx="55800" cy="55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  <p:grpSp>
        <p:nvGrpSpPr>
          <p:cNvPr id="230" name="Google Shape;230;p11"/>
          <p:cNvGrpSpPr/>
          <p:nvPr/>
        </p:nvGrpSpPr>
        <p:grpSpPr>
          <a:xfrm>
            <a:off x="188889" y="4174100"/>
            <a:ext cx="863123" cy="729426"/>
            <a:chOff x="8024239" y="4174100"/>
            <a:chExt cx="863123" cy="729426"/>
          </a:xfrm>
        </p:grpSpPr>
        <p:grpSp>
          <p:nvGrpSpPr>
            <p:cNvPr id="231" name="Google Shape;231;p11"/>
            <p:cNvGrpSpPr/>
            <p:nvPr/>
          </p:nvGrpSpPr>
          <p:grpSpPr>
            <a:xfrm>
              <a:off x="8500963" y="4174100"/>
              <a:ext cx="386400" cy="509638"/>
              <a:chOff x="6996750" y="683200"/>
              <a:chExt cx="386400" cy="509638"/>
            </a:xfrm>
          </p:grpSpPr>
          <p:sp>
            <p:nvSpPr>
              <p:cNvPr id="232" name="Google Shape;232;p11"/>
              <p:cNvSpPr/>
              <p:nvPr/>
            </p:nvSpPr>
            <p:spPr>
              <a:xfrm>
                <a:off x="7022500" y="704325"/>
                <a:ext cx="338925" cy="464550"/>
              </a:xfrm>
              <a:custGeom>
                <a:rect b="b" l="l" r="r" t="t"/>
                <a:pathLst>
                  <a:path extrusionOk="0" h="18582" w="13557">
                    <a:moveTo>
                      <a:pt x="0" y="7012"/>
                    </a:moveTo>
                    <a:lnTo>
                      <a:pt x="11103" y="0"/>
                    </a:lnTo>
                    <a:lnTo>
                      <a:pt x="13557" y="18582"/>
                    </a:lnTo>
                    <a:close/>
                  </a:path>
                </a:pathLst>
              </a:custGeom>
              <a:noFill/>
              <a:ln cap="flat" cmpd="sng" w="9525">
                <a:solidFill>
                  <a:schemeClr val="l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sp>
          <p:sp>
            <p:nvSpPr>
              <p:cNvPr id="233" name="Google Shape;233;p11"/>
              <p:cNvSpPr/>
              <p:nvPr/>
            </p:nvSpPr>
            <p:spPr>
              <a:xfrm>
                <a:off x="7271550" y="683200"/>
                <a:ext cx="55800" cy="55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34" name="Google Shape;234;p11"/>
              <p:cNvSpPr/>
              <p:nvPr/>
            </p:nvSpPr>
            <p:spPr>
              <a:xfrm>
                <a:off x="6996750" y="853188"/>
                <a:ext cx="55800" cy="55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35" name="Google Shape;235;p11"/>
              <p:cNvSpPr/>
              <p:nvPr/>
            </p:nvSpPr>
            <p:spPr>
              <a:xfrm>
                <a:off x="7327350" y="1137038"/>
                <a:ext cx="55800" cy="55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236" name="Google Shape;236;p11"/>
            <p:cNvGrpSpPr/>
            <p:nvPr/>
          </p:nvGrpSpPr>
          <p:grpSpPr>
            <a:xfrm rot="-441616">
              <a:off x="8046561" y="4508118"/>
              <a:ext cx="377477" cy="372765"/>
              <a:chOff x="7734988" y="693913"/>
              <a:chExt cx="377500" cy="372788"/>
            </a:xfrm>
          </p:grpSpPr>
          <p:sp>
            <p:nvSpPr>
              <p:cNvPr id="237" name="Google Shape;237;p11"/>
              <p:cNvSpPr/>
              <p:nvPr/>
            </p:nvSpPr>
            <p:spPr>
              <a:xfrm>
                <a:off x="7758800" y="718925"/>
                <a:ext cx="333075" cy="324325"/>
              </a:xfrm>
              <a:custGeom>
                <a:rect b="b" l="l" r="r" t="t"/>
                <a:pathLst>
                  <a:path extrusionOk="0" h="12973" w="13323">
                    <a:moveTo>
                      <a:pt x="0" y="12622"/>
                    </a:moveTo>
                    <a:lnTo>
                      <a:pt x="6661" y="0"/>
                    </a:lnTo>
                    <a:lnTo>
                      <a:pt x="13323" y="12973"/>
                    </a:lnTo>
                    <a:close/>
                  </a:path>
                </a:pathLst>
              </a:custGeom>
              <a:noFill/>
              <a:ln cap="flat" cmpd="sng" w="9525">
                <a:solidFill>
                  <a:schemeClr val="l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sp>
          <p:sp>
            <p:nvSpPr>
              <p:cNvPr id="238" name="Google Shape;238;p11"/>
              <p:cNvSpPr/>
              <p:nvPr/>
            </p:nvSpPr>
            <p:spPr>
              <a:xfrm>
                <a:off x="7897438" y="693913"/>
                <a:ext cx="55800" cy="55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39" name="Google Shape;239;p11"/>
              <p:cNvSpPr/>
              <p:nvPr/>
            </p:nvSpPr>
            <p:spPr>
              <a:xfrm>
                <a:off x="7734988" y="1003025"/>
                <a:ext cx="55800" cy="55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40" name="Google Shape;240;p11"/>
              <p:cNvSpPr/>
              <p:nvPr/>
            </p:nvSpPr>
            <p:spPr>
              <a:xfrm>
                <a:off x="8056688" y="1010900"/>
                <a:ext cx="55800" cy="55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  <p:sp>
        <p:nvSpPr>
          <p:cNvPr id="241" name="Google Shape;241;p1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solidFill>
          <a:schemeClr val="dk1"/>
        </a:solidFill>
      </p:bgPr>
    </p:bg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1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BLANK_1"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5" name="Google Shape;245;p13"/>
          <p:cNvGrpSpPr/>
          <p:nvPr/>
        </p:nvGrpSpPr>
        <p:grpSpPr>
          <a:xfrm>
            <a:off x="0" y="4118450"/>
            <a:ext cx="9150551" cy="1025050"/>
            <a:chOff x="0" y="4118450"/>
            <a:chExt cx="9150551" cy="1025050"/>
          </a:xfrm>
        </p:grpSpPr>
        <p:pic>
          <p:nvPicPr>
            <p:cNvPr id="246" name="Google Shape;246;p13"/>
            <p:cNvPicPr preferRelativeResize="0"/>
            <p:nvPr/>
          </p:nvPicPr>
          <p:blipFill rotWithShape="1">
            <a:blip r:embed="rId2">
              <a:alphaModFix/>
            </a:blip>
            <a:srcRect b="74106" l="0" r="1633" t="9592"/>
            <a:stretch/>
          </p:blipFill>
          <p:spPr>
            <a:xfrm>
              <a:off x="0" y="4133551"/>
              <a:ext cx="9144003" cy="10099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47" name="Google Shape;247;p1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 flipH="1" rot="-5400000">
              <a:off x="4062750" y="55700"/>
              <a:ext cx="1025050" cy="9150551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48" name="Google Shape;248;p13"/>
          <p:cNvGrpSpPr/>
          <p:nvPr/>
        </p:nvGrpSpPr>
        <p:grpSpPr>
          <a:xfrm>
            <a:off x="106386" y="267325"/>
            <a:ext cx="8785364" cy="4750270"/>
            <a:chOff x="106386" y="267325"/>
            <a:chExt cx="8785364" cy="4750270"/>
          </a:xfrm>
        </p:grpSpPr>
        <p:grpSp>
          <p:nvGrpSpPr>
            <p:cNvPr id="249" name="Google Shape;249;p13"/>
            <p:cNvGrpSpPr/>
            <p:nvPr/>
          </p:nvGrpSpPr>
          <p:grpSpPr>
            <a:xfrm>
              <a:off x="8416700" y="267325"/>
              <a:ext cx="475050" cy="409925"/>
              <a:chOff x="3522825" y="751550"/>
              <a:chExt cx="475050" cy="409925"/>
            </a:xfrm>
          </p:grpSpPr>
          <p:sp>
            <p:nvSpPr>
              <p:cNvPr id="250" name="Google Shape;250;p13"/>
              <p:cNvSpPr/>
              <p:nvPr/>
            </p:nvSpPr>
            <p:spPr>
              <a:xfrm>
                <a:off x="3542125" y="769150"/>
                <a:ext cx="433250" cy="367100"/>
              </a:xfrm>
              <a:custGeom>
                <a:rect b="b" l="l" r="r" t="t"/>
                <a:pathLst>
                  <a:path extrusionOk="0" h="14684" w="17330">
                    <a:moveTo>
                      <a:pt x="0" y="0"/>
                    </a:moveTo>
                    <a:lnTo>
                      <a:pt x="17330" y="9128"/>
                    </a:lnTo>
                    <a:lnTo>
                      <a:pt x="9789" y="14684"/>
                    </a:lnTo>
                    <a:close/>
                  </a:path>
                </a:pathLst>
              </a:custGeom>
              <a:noFill/>
              <a:ln cap="flat" cmpd="sng" w="9525">
                <a:solidFill>
                  <a:schemeClr val="l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sp>
          <p:sp>
            <p:nvSpPr>
              <p:cNvPr id="251" name="Google Shape;251;p13"/>
              <p:cNvSpPr/>
              <p:nvPr/>
            </p:nvSpPr>
            <p:spPr>
              <a:xfrm>
                <a:off x="3522825" y="751550"/>
                <a:ext cx="55800" cy="55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52" name="Google Shape;252;p13"/>
              <p:cNvSpPr/>
              <p:nvPr/>
            </p:nvSpPr>
            <p:spPr>
              <a:xfrm>
                <a:off x="3942075" y="971350"/>
                <a:ext cx="55800" cy="55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53" name="Google Shape;253;p13"/>
              <p:cNvSpPr/>
              <p:nvPr/>
            </p:nvSpPr>
            <p:spPr>
              <a:xfrm>
                <a:off x="3754825" y="1105675"/>
                <a:ext cx="55800" cy="55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254" name="Google Shape;254;p13"/>
            <p:cNvGrpSpPr/>
            <p:nvPr/>
          </p:nvGrpSpPr>
          <p:grpSpPr>
            <a:xfrm rot="-2156638">
              <a:off x="219177" y="4443064"/>
              <a:ext cx="386404" cy="509643"/>
              <a:chOff x="6996750" y="683200"/>
              <a:chExt cx="386400" cy="509638"/>
            </a:xfrm>
          </p:grpSpPr>
          <p:sp>
            <p:nvSpPr>
              <p:cNvPr id="255" name="Google Shape;255;p13"/>
              <p:cNvSpPr/>
              <p:nvPr/>
            </p:nvSpPr>
            <p:spPr>
              <a:xfrm>
                <a:off x="7022500" y="704325"/>
                <a:ext cx="338925" cy="464550"/>
              </a:xfrm>
              <a:custGeom>
                <a:rect b="b" l="l" r="r" t="t"/>
                <a:pathLst>
                  <a:path extrusionOk="0" h="18582" w="13557">
                    <a:moveTo>
                      <a:pt x="0" y="7012"/>
                    </a:moveTo>
                    <a:lnTo>
                      <a:pt x="11103" y="0"/>
                    </a:lnTo>
                    <a:lnTo>
                      <a:pt x="13557" y="18582"/>
                    </a:lnTo>
                    <a:close/>
                  </a:path>
                </a:pathLst>
              </a:custGeom>
              <a:noFill/>
              <a:ln cap="flat" cmpd="sng" w="9525">
                <a:solidFill>
                  <a:schemeClr val="l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sp>
          <p:sp>
            <p:nvSpPr>
              <p:cNvPr id="256" name="Google Shape;256;p13"/>
              <p:cNvSpPr/>
              <p:nvPr/>
            </p:nvSpPr>
            <p:spPr>
              <a:xfrm>
                <a:off x="7271550" y="683200"/>
                <a:ext cx="55800" cy="55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57" name="Google Shape;257;p13"/>
              <p:cNvSpPr/>
              <p:nvPr/>
            </p:nvSpPr>
            <p:spPr>
              <a:xfrm>
                <a:off x="6996750" y="853188"/>
                <a:ext cx="55800" cy="55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58" name="Google Shape;258;p13"/>
              <p:cNvSpPr/>
              <p:nvPr/>
            </p:nvSpPr>
            <p:spPr>
              <a:xfrm>
                <a:off x="7327350" y="1137038"/>
                <a:ext cx="55800" cy="55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259" name="Google Shape;259;p13"/>
            <p:cNvGrpSpPr/>
            <p:nvPr/>
          </p:nvGrpSpPr>
          <p:grpSpPr>
            <a:xfrm rot="1522716">
              <a:off x="223603" y="3856577"/>
              <a:ext cx="377502" cy="372789"/>
              <a:chOff x="7734988" y="693913"/>
              <a:chExt cx="377500" cy="372788"/>
            </a:xfrm>
          </p:grpSpPr>
          <p:sp>
            <p:nvSpPr>
              <p:cNvPr id="260" name="Google Shape;260;p13"/>
              <p:cNvSpPr/>
              <p:nvPr/>
            </p:nvSpPr>
            <p:spPr>
              <a:xfrm>
                <a:off x="7758800" y="718925"/>
                <a:ext cx="333075" cy="324325"/>
              </a:xfrm>
              <a:custGeom>
                <a:rect b="b" l="l" r="r" t="t"/>
                <a:pathLst>
                  <a:path extrusionOk="0" h="12973" w="13323">
                    <a:moveTo>
                      <a:pt x="0" y="12622"/>
                    </a:moveTo>
                    <a:lnTo>
                      <a:pt x="6661" y="0"/>
                    </a:lnTo>
                    <a:lnTo>
                      <a:pt x="13323" y="12973"/>
                    </a:lnTo>
                    <a:close/>
                  </a:path>
                </a:pathLst>
              </a:custGeom>
              <a:noFill/>
              <a:ln cap="flat" cmpd="sng" w="9525">
                <a:solidFill>
                  <a:schemeClr val="l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sp>
          <p:sp>
            <p:nvSpPr>
              <p:cNvPr id="261" name="Google Shape;261;p13"/>
              <p:cNvSpPr/>
              <p:nvPr/>
            </p:nvSpPr>
            <p:spPr>
              <a:xfrm>
                <a:off x="7897438" y="693913"/>
                <a:ext cx="55800" cy="55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62" name="Google Shape;262;p13"/>
              <p:cNvSpPr/>
              <p:nvPr/>
            </p:nvSpPr>
            <p:spPr>
              <a:xfrm>
                <a:off x="7734988" y="1003025"/>
                <a:ext cx="55800" cy="55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63" name="Google Shape;263;p13"/>
              <p:cNvSpPr/>
              <p:nvPr/>
            </p:nvSpPr>
            <p:spPr>
              <a:xfrm>
                <a:off x="8056688" y="1010900"/>
                <a:ext cx="55800" cy="55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264" name="Google Shape;264;p13"/>
            <p:cNvGrpSpPr/>
            <p:nvPr/>
          </p:nvGrpSpPr>
          <p:grpSpPr>
            <a:xfrm>
              <a:off x="8461025" y="935525"/>
              <a:ext cx="386400" cy="509638"/>
              <a:chOff x="6996750" y="683200"/>
              <a:chExt cx="386400" cy="509638"/>
            </a:xfrm>
          </p:grpSpPr>
          <p:sp>
            <p:nvSpPr>
              <p:cNvPr id="265" name="Google Shape;265;p13"/>
              <p:cNvSpPr/>
              <p:nvPr/>
            </p:nvSpPr>
            <p:spPr>
              <a:xfrm>
                <a:off x="7022500" y="704325"/>
                <a:ext cx="338925" cy="464550"/>
              </a:xfrm>
              <a:custGeom>
                <a:rect b="b" l="l" r="r" t="t"/>
                <a:pathLst>
                  <a:path extrusionOk="0" h="18582" w="13557">
                    <a:moveTo>
                      <a:pt x="0" y="7012"/>
                    </a:moveTo>
                    <a:lnTo>
                      <a:pt x="11103" y="0"/>
                    </a:lnTo>
                    <a:lnTo>
                      <a:pt x="13557" y="18582"/>
                    </a:lnTo>
                    <a:close/>
                  </a:path>
                </a:pathLst>
              </a:custGeom>
              <a:noFill/>
              <a:ln cap="flat" cmpd="sng" w="9525">
                <a:solidFill>
                  <a:schemeClr val="l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sp>
          <p:sp>
            <p:nvSpPr>
              <p:cNvPr id="266" name="Google Shape;266;p13"/>
              <p:cNvSpPr/>
              <p:nvPr/>
            </p:nvSpPr>
            <p:spPr>
              <a:xfrm>
                <a:off x="7271550" y="683200"/>
                <a:ext cx="55800" cy="55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67" name="Google Shape;267;p13"/>
              <p:cNvSpPr/>
              <p:nvPr/>
            </p:nvSpPr>
            <p:spPr>
              <a:xfrm>
                <a:off x="6996750" y="853188"/>
                <a:ext cx="55800" cy="55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68" name="Google Shape;268;p13"/>
              <p:cNvSpPr/>
              <p:nvPr/>
            </p:nvSpPr>
            <p:spPr>
              <a:xfrm>
                <a:off x="7327350" y="1137038"/>
                <a:ext cx="55800" cy="55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  <p:sp>
        <p:nvSpPr>
          <p:cNvPr id="269" name="Google Shape;269;p13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270" name="Google Shape;270;p13"/>
          <p:cNvSpPr txBox="1"/>
          <p:nvPr>
            <p:ph hasCustomPrompt="1" idx="2" type="title"/>
          </p:nvPr>
        </p:nvSpPr>
        <p:spPr>
          <a:xfrm>
            <a:off x="1592446" y="1322700"/>
            <a:ext cx="771300" cy="6357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271" name="Google Shape;271;p13"/>
          <p:cNvSpPr txBox="1"/>
          <p:nvPr>
            <p:ph hasCustomPrompt="1" idx="3" type="title"/>
          </p:nvPr>
        </p:nvSpPr>
        <p:spPr>
          <a:xfrm>
            <a:off x="1592446" y="2756131"/>
            <a:ext cx="771300" cy="6357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272" name="Google Shape;272;p13"/>
          <p:cNvSpPr txBox="1"/>
          <p:nvPr>
            <p:ph hasCustomPrompt="1" idx="4" type="title"/>
          </p:nvPr>
        </p:nvSpPr>
        <p:spPr>
          <a:xfrm>
            <a:off x="4186384" y="1322700"/>
            <a:ext cx="771300" cy="6357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273" name="Google Shape;273;p13"/>
          <p:cNvSpPr txBox="1"/>
          <p:nvPr>
            <p:ph hasCustomPrompt="1" idx="5" type="title"/>
          </p:nvPr>
        </p:nvSpPr>
        <p:spPr>
          <a:xfrm>
            <a:off x="4186384" y="2756131"/>
            <a:ext cx="771300" cy="6357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274" name="Google Shape;274;p13"/>
          <p:cNvSpPr txBox="1"/>
          <p:nvPr>
            <p:ph hasCustomPrompt="1" idx="6" type="title"/>
          </p:nvPr>
        </p:nvSpPr>
        <p:spPr>
          <a:xfrm>
            <a:off x="6780323" y="1322700"/>
            <a:ext cx="771300" cy="6357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275" name="Google Shape;275;p13"/>
          <p:cNvSpPr txBox="1"/>
          <p:nvPr>
            <p:ph hasCustomPrompt="1" idx="7" type="title"/>
          </p:nvPr>
        </p:nvSpPr>
        <p:spPr>
          <a:xfrm>
            <a:off x="6780323" y="2756131"/>
            <a:ext cx="771300" cy="6357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276" name="Google Shape;276;p13"/>
          <p:cNvSpPr txBox="1"/>
          <p:nvPr>
            <p:ph idx="1" type="subTitle"/>
          </p:nvPr>
        </p:nvSpPr>
        <p:spPr>
          <a:xfrm>
            <a:off x="767861" y="1857903"/>
            <a:ext cx="2420400" cy="63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180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277" name="Google Shape;277;p13"/>
          <p:cNvSpPr txBox="1"/>
          <p:nvPr>
            <p:ph idx="8" type="subTitle"/>
          </p:nvPr>
        </p:nvSpPr>
        <p:spPr>
          <a:xfrm>
            <a:off x="3361800" y="1857903"/>
            <a:ext cx="2420400" cy="63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180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278" name="Google Shape;278;p13"/>
          <p:cNvSpPr txBox="1"/>
          <p:nvPr>
            <p:ph idx="9" type="subTitle"/>
          </p:nvPr>
        </p:nvSpPr>
        <p:spPr>
          <a:xfrm>
            <a:off x="5955739" y="1857903"/>
            <a:ext cx="2420400" cy="63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180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279" name="Google Shape;279;p13"/>
          <p:cNvSpPr txBox="1"/>
          <p:nvPr>
            <p:ph idx="13" type="subTitle"/>
          </p:nvPr>
        </p:nvSpPr>
        <p:spPr>
          <a:xfrm>
            <a:off x="767861" y="3291376"/>
            <a:ext cx="2420400" cy="63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180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280" name="Google Shape;280;p13"/>
          <p:cNvSpPr txBox="1"/>
          <p:nvPr>
            <p:ph idx="14" type="subTitle"/>
          </p:nvPr>
        </p:nvSpPr>
        <p:spPr>
          <a:xfrm>
            <a:off x="3361800" y="3291376"/>
            <a:ext cx="2420400" cy="63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180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281" name="Google Shape;281;p13"/>
          <p:cNvSpPr txBox="1"/>
          <p:nvPr>
            <p:ph idx="15" type="subTitle"/>
          </p:nvPr>
        </p:nvSpPr>
        <p:spPr>
          <a:xfrm>
            <a:off x="5955739" y="3291376"/>
            <a:ext cx="2420400" cy="63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180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282" name="Google Shape;282;p1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">
  <p:cSld name="TITLE_ONLY_1"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14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grpSp>
        <p:nvGrpSpPr>
          <p:cNvPr id="285" name="Google Shape;285;p14"/>
          <p:cNvGrpSpPr/>
          <p:nvPr/>
        </p:nvGrpSpPr>
        <p:grpSpPr>
          <a:xfrm>
            <a:off x="8359025" y="4078387"/>
            <a:ext cx="641878" cy="908539"/>
            <a:chOff x="8359025" y="4078387"/>
            <a:chExt cx="641878" cy="908539"/>
          </a:xfrm>
        </p:grpSpPr>
        <p:grpSp>
          <p:nvGrpSpPr>
            <p:cNvPr id="286" name="Google Shape;286;p14"/>
            <p:cNvGrpSpPr/>
            <p:nvPr/>
          </p:nvGrpSpPr>
          <p:grpSpPr>
            <a:xfrm flipH="1" rot="10800000">
              <a:off x="8359025" y="4577001"/>
              <a:ext cx="475050" cy="409925"/>
              <a:chOff x="3522825" y="751550"/>
              <a:chExt cx="475050" cy="409925"/>
            </a:xfrm>
          </p:grpSpPr>
          <p:sp>
            <p:nvSpPr>
              <p:cNvPr id="287" name="Google Shape;287;p14"/>
              <p:cNvSpPr/>
              <p:nvPr/>
            </p:nvSpPr>
            <p:spPr>
              <a:xfrm>
                <a:off x="3542125" y="769150"/>
                <a:ext cx="433250" cy="367100"/>
              </a:xfrm>
              <a:custGeom>
                <a:rect b="b" l="l" r="r" t="t"/>
                <a:pathLst>
                  <a:path extrusionOk="0" h="14684" w="17330">
                    <a:moveTo>
                      <a:pt x="0" y="0"/>
                    </a:moveTo>
                    <a:lnTo>
                      <a:pt x="17330" y="9128"/>
                    </a:lnTo>
                    <a:lnTo>
                      <a:pt x="9789" y="14684"/>
                    </a:lnTo>
                    <a:close/>
                  </a:path>
                </a:pathLst>
              </a:custGeom>
              <a:noFill/>
              <a:ln cap="flat" cmpd="sng" w="9525">
                <a:solidFill>
                  <a:schemeClr val="l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sp>
          <p:sp>
            <p:nvSpPr>
              <p:cNvPr id="288" name="Google Shape;288;p14"/>
              <p:cNvSpPr/>
              <p:nvPr/>
            </p:nvSpPr>
            <p:spPr>
              <a:xfrm>
                <a:off x="3522825" y="751550"/>
                <a:ext cx="55800" cy="55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89" name="Google Shape;289;p14"/>
              <p:cNvSpPr/>
              <p:nvPr/>
            </p:nvSpPr>
            <p:spPr>
              <a:xfrm>
                <a:off x="3942075" y="971350"/>
                <a:ext cx="55800" cy="55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90" name="Google Shape;290;p14"/>
              <p:cNvSpPr/>
              <p:nvPr/>
            </p:nvSpPr>
            <p:spPr>
              <a:xfrm>
                <a:off x="3754825" y="1105675"/>
                <a:ext cx="55800" cy="55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291" name="Google Shape;291;p14"/>
            <p:cNvGrpSpPr/>
            <p:nvPr/>
          </p:nvGrpSpPr>
          <p:grpSpPr>
            <a:xfrm flipH="1" rot="9277284">
              <a:off x="8561728" y="4141297"/>
              <a:ext cx="377502" cy="372789"/>
              <a:chOff x="7734988" y="693913"/>
              <a:chExt cx="377500" cy="372788"/>
            </a:xfrm>
          </p:grpSpPr>
          <p:sp>
            <p:nvSpPr>
              <p:cNvPr id="292" name="Google Shape;292;p14"/>
              <p:cNvSpPr/>
              <p:nvPr/>
            </p:nvSpPr>
            <p:spPr>
              <a:xfrm>
                <a:off x="7758800" y="718925"/>
                <a:ext cx="333075" cy="324325"/>
              </a:xfrm>
              <a:custGeom>
                <a:rect b="b" l="l" r="r" t="t"/>
                <a:pathLst>
                  <a:path extrusionOk="0" h="12973" w="13323">
                    <a:moveTo>
                      <a:pt x="0" y="12622"/>
                    </a:moveTo>
                    <a:lnTo>
                      <a:pt x="6661" y="0"/>
                    </a:lnTo>
                    <a:lnTo>
                      <a:pt x="13323" y="12973"/>
                    </a:lnTo>
                    <a:close/>
                  </a:path>
                </a:pathLst>
              </a:custGeom>
              <a:noFill/>
              <a:ln cap="flat" cmpd="sng" w="9525">
                <a:solidFill>
                  <a:schemeClr val="l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sp>
          <p:sp>
            <p:nvSpPr>
              <p:cNvPr id="293" name="Google Shape;293;p14"/>
              <p:cNvSpPr/>
              <p:nvPr/>
            </p:nvSpPr>
            <p:spPr>
              <a:xfrm>
                <a:off x="7897438" y="693913"/>
                <a:ext cx="55800" cy="55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94" name="Google Shape;294;p14"/>
              <p:cNvSpPr/>
              <p:nvPr/>
            </p:nvSpPr>
            <p:spPr>
              <a:xfrm>
                <a:off x="7734988" y="1003025"/>
                <a:ext cx="55800" cy="55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95" name="Google Shape;295;p14"/>
              <p:cNvSpPr/>
              <p:nvPr/>
            </p:nvSpPr>
            <p:spPr>
              <a:xfrm>
                <a:off x="8056688" y="1010900"/>
                <a:ext cx="55800" cy="55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  <p:grpSp>
        <p:nvGrpSpPr>
          <p:cNvPr id="296" name="Google Shape;296;p14"/>
          <p:cNvGrpSpPr/>
          <p:nvPr/>
        </p:nvGrpSpPr>
        <p:grpSpPr>
          <a:xfrm>
            <a:off x="0" y="0"/>
            <a:ext cx="720002" cy="5143501"/>
            <a:chOff x="0" y="0"/>
            <a:chExt cx="720002" cy="5143501"/>
          </a:xfrm>
        </p:grpSpPr>
        <p:pic>
          <p:nvPicPr>
            <p:cNvPr id="297" name="Google Shape;297;p14"/>
            <p:cNvPicPr preferRelativeResize="0"/>
            <p:nvPr/>
          </p:nvPicPr>
          <p:blipFill rotWithShape="1">
            <a:blip r:embed="rId2">
              <a:alphaModFix/>
            </a:blip>
            <a:srcRect b="0" l="37647" r="53023" t="0"/>
            <a:stretch/>
          </p:blipFill>
          <p:spPr>
            <a:xfrm flipH="1">
              <a:off x="0" y="0"/>
              <a:ext cx="720000" cy="514350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98" name="Google Shape;298;p14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 flipH="1">
              <a:off x="2" y="0"/>
              <a:ext cx="720000" cy="51435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99" name="Google Shape;299;p1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">
  <p:cSld name="CUSTOM_4_1"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15"/>
          <p:cNvSpPr txBox="1"/>
          <p:nvPr>
            <p:ph type="title"/>
          </p:nvPr>
        </p:nvSpPr>
        <p:spPr>
          <a:xfrm>
            <a:off x="4345473" y="733825"/>
            <a:ext cx="36336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302" name="Google Shape;302;p15"/>
          <p:cNvSpPr txBox="1"/>
          <p:nvPr>
            <p:ph idx="1" type="subTitle"/>
          </p:nvPr>
        </p:nvSpPr>
        <p:spPr>
          <a:xfrm>
            <a:off x="4345473" y="1362175"/>
            <a:ext cx="3633600" cy="67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303" name="Google Shape;303;p15"/>
          <p:cNvSpPr/>
          <p:nvPr>
            <p:ph idx="2" type="pic"/>
          </p:nvPr>
        </p:nvSpPr>
        <p:spPr>
          <a:xfrm>
            <a:off x="3919363" y="2179563"/>
            <a:ext cx="4485900" cy="2429100"/>
          </a:xfrm>
          <a:prstGeom prst="rect">
            <a:avLst/>
          </a:prstGeom>
          <a:noFill/>
          <a:ln>
            <a:noFill/>
          </a:ln>
        </p:spPr>
      </p:sp>
      <p:sp>
        <p:nvSpPr>
          <p:cNvPr id="304" name="Google Shape;304;p15"/>
          <p:cNvSpPr/>
          <p:nvPr>
            <p:ph idx="3" type="pic"/>
          </p:nvPr>
        </p:nvSpPr>
        <p:spPr>
          <a:xfrm>
            <a:off x="715088" y="534900"/>
            <a:ext cx="3117300" cy="40737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305" name="Google Shape;305;p15"/>
          <p:cNvGrpSpPr/>
          <p:nvPr/>
        </p:nvGrpSpPr>
        <p:grpSpPr>
          <a:xfrm>
            <a:off x="95880" y="141200"/>
            <a:ext cx="8922273" cy="4877388"/>
            <a:chOff x="95880" y="141200"/>
            <a:chExt cx="8922273" cy="4877388"/>
          </a:xfrm>
        </p:grpSpPr>
        <p:grpSp>
          <p:nvGrpSpPr>
            <p:cNvPr id="306" name="Google Shape;306;p15"/>
            <p:cNvGrpSpPr/>
            <p:nvPr/>
          </p:nvGrpSpPr>
          <p:grpSpPr>
            <a:xfrm>
              <a:off x="127725" y="4608663"/>
              <a:ext cx="475050" cy="409925"/>
              <a:chOff x="3522825" y="751550"/>
              <a:chExt cx="475050" cy="409925"/>
            </a:xfrm>
          </p:grpSpPr>
          <p:sp>
            <p:nvSpPr>
              <p:cNvPr id="307" name="Google Shape;307;p15"/>
              <p:cNvSpPr/>
              <p:nvPr/>
            </p:nvSpPr>
            <p:spPr>
              <a:xfrm>
                <a:off x="3542125" y="769150"/>
                <a:ext cx="433250" cy="367100"/>
              </a:xfrm>
              <a:custGeom>
                <a:rect b="b" l="l" r="r" t="t"/>
                <a:pathLst>
                  <a:path extrusionOk="0" h="14684" w="17330">
                    <a:moveTo>
                      <a:pt x="0" y="0"/>
                    </a:moveTo>
                    <a:lnTo>
                      <a:pt x="17330" y="9128"/>
                    </a:lnTo>
                    <a:lnTo>
                      <a:pt x="9789" y="14684"/>
                    </a:lnTo>
                    <a:close/>
                  </a:path>
                </a:pathLst>
              </a:custGeom>
              <a:noFill/>
              <a:ln cap="flat" cmpd="sng" w="9525">
                <a:solidFill>
                  <a:schemeClr val="l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sp>
          <p:sp>
            <p:nvSpPr>
              <p:cNvPr id="308" name="Google Shape;308;p15"/>
              <p:cNvSpPr/>
              <p:nvPr/>
            </p:nvSpPr>
            <p:spPr>
              <a:xfrm>
                <a:off x="3522825" y="751550"/>
                <a:ext cx="55800" cy="55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309" name="Google Shape;309;p15"/>
              <p:cNvSpPr/>
              <p:nvPr/>
            </p:nvSpPr>
            <p:spPr>
              <a:xfrm>
                <a:off x="3942075" y="971350"/>
                <a:ext cx="55800" cy="55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310" name="Google Shape;310;p15"/>
              <p:cNvSpPr/>
              <p:nvPr/>
            </p:nvSpPr>
            <p:spPr>
              <a:xfrm>
                <a:off x="3754825" y="1105675"/>
                <a:ext cx="55800" cy="55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311" name="Google Shape;311;p15"/>
            <p:cNvGrpSpPr/>
            <p:nvPr/>
          </p:nvGrpSpPr>
          <p:grpSpPr>
            <a:xfrm>
              <a:off x="8584863" y="141200"/>
              <a:ext cx="386400" cy="509638"/>
              <a:chOff x="6996750" y="683200"/>
              <a:chExt cx="386400" cy="509638"/>
            </a:xfrm>
          </p:grpSpPr>
          <p:sp>
            <p:nvSpPr>
              <p:cNvPr id="312" name="Google Shape;312;p15"/>
              <p:cNvSpPr/>
              <p:nvPr/>
            </p:nvSpPr>
            <p:spPr>
              <a:xfrm>
                <a:off x="7022500" y="704325"/>
                <a:ext cx="338925" cy="464550"/>
              </a:xfrm>
              <a:custGeom>
                <a:rect b="b" l="l" r="r" t="t"/>
                <a:pathLst>
                  <a:path extrusionOk="0" h="18582" w="13557">
                    <a:moveTo>
                      <a:pt x="0" y="7012"/>
                    </a:moveTo>
                    <a:lnTo>
                      <a:pt x="11103" y="0"/>
                    </a:lnTo>
                    <a:lnTo>
                      <a:pt x="13557" y="18582"/>
                    </a:lnTo>
                    <a:close/>
                  </a:path>
                </a:pathLst>
              </a:custGeom>
              <a:noFill/>
              <a:ln cap="flat" cmpd="sng" w="9525">
                <a:solidFill>
                  <a:schemeClr val="l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sp>
          <p:sp>
            <p:nvSpPr>
              <p:cNvPr id="313" name="Google Shape;313;p15"/>
              <p:cNvSpPr/>
              <p:nvPr/>
            </p:nvSpPr>
            <p:spPr>
              <a:xfrm>
                <a:off x="7271550" y="683200"/>
                <a:ext cx="55800" cy="55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314" name="Google Shape;314;p15"/>
              <p:cNvSpPr/>
              <p:nvPr/>
            </p:nvSpPr>
            <p:spPr>
              <a:xfrm>
                <a:off x="6996750" y="853188"/>
                <a:ext cx="55800" cy="55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315" name="Google Shape;315;p15"/>
              <p:cNvSpPr/>
              <p:nvPr/>
            </p:nvSpPr>
            <p:spPr>
              <a:xfrm>
                <a:off x="7327350" y="1137038"/>
                <a:ext cx="55800" cy="55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316" name="Google Shape;316;p15"/>
            <p:cNvGrpSpPr/>
            <p:nvPr/>
          </p:nvGrpSpPr>
          <p:grpSpPr>
            <a:xfrm rot="1522716">
              <a:off x="8578978" y="713765"/>
              <a:ext cx="377502" cy="372789"/>
              <a:chOff x="7734988" y="693913"/>
              <a:chExt cx="377500" cy="372788"/>
            </a:xfrm>
          </p:grpSpPr>
          <p:sp>
            <p:nvSpPr>
              <p:cNvPr id="317" name="Google Shape;317;p15"/>
              <p:cNvSpPr/>
              <p:nvPr/>
            </p:nvSpPr>
            <p:spPr>
              <a:xfrm>
                <a:off x="7758800" y="718925"/>
                <a:ext cx="333075" cy="324325"/>
              </a:xfrm>
              <a:custGeom>
                <a:rect b="b" l="l" r="r" t="t"/>
                <a:pathLst>
                  <a:path extrusionOk="0" h="12973" w="13323">
                    <a:moveTo>
                      <a:pt x="0" y="12622"/>
                    </a:moveTo>
                    <a:lnTo>
                      <a:pt x="6661" y="0"/>
                    </a:lnTo>
                    <a:lnTo>
                      <a:pt x="13323" y="12973"/>
                    </a:lnTo>
                    <a:close/>
                  </a:path>
                </a:pathLst>
              </a:custGeom>
              <a:noFill/>
              <a:ln cap="flat" cmpd="sng" w="9525">
                <a:solidFill>
                  <a:schemeClr val="l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sp>
          <p:sp>
            <p:nvSpPr>
              <p:cNvPr id="318" name="Google Shape;318;p15"/>
              <p:cNvSpPr/>
              <p:nvPr/>
            </p:nvSpPr>
            <p:spPr>
              <a:xfrm>
                <a:off x="7897438" y="693913"/>
                <a:ext cx="55800" cy="55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319" name="Google Shape;319;p15"/>
              <p:cNvSpPr/>
              <p:nvPr/>
            </p:nvSpPr>
            <p:spPr>
              <a:xfrm>
                <a:off x="7734988" y="1003025"/>
                <a:ext cx="55800" cy="55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320" name="Google Shape;320;p15"/>
              <p:cNvSpPr/>
              <p:nvPr/>
            </p:nvSpPr>
            <p:spPr>
              <a:xfrm>
                <a:off x="8056688" y="1010900"/>
                <a:ext cx="55800" cy="55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321" name="Google Shape;321;p15"/>
            <p:cNvGrpSpPr/>
            <p:nvPr/>
          </p:nvGrpSpPr>
          <p:grpSpPr>
            <a:xfrm rot="-441616">
              <a:off x="118202" y="4127475"/>
              <a:ext cx="377477" cy="372765"/>
              <a:chOff x="7734988" y="693913"/>
              <a:chExt cx="377500" cy="372788"/>
            </a:xfrm>
          </p:grpSpPr>
          <p:sp>
            <p:nvSpPr>
              <p:cNvPr id="322" name="Google Shape;322;p15"/>
              <p:cNvSpPr/>
              <p:nvPr/>
            </p:nvSpPr>
            <p:spPr>
              <a:xfrm>
                <a:off x="7758800" y="718925"/>
                <a:ext cx="333075" cy="324325"/>
              </a:xfrm>
              <a:custGeom>
                <a:rect b="b" l="l" r="r" t="t"/>
                <a:pathLst>
                  <a:path extrusionOk="0" h="12973" w="13323">
                    <a:moveTo>
                      <a:pt x="0" y="12622"/>
                    </a:moveTo>
                    <a:lnTo>
                      <a:pt x="6661" y="0"/>
                    </a:lnTo>
                    <a:lnTo>
                      <a:pt x="13323" y="12973"/>
                    </a:lnTo>
                    <a:close/>
                  </a:path>
                </a:pathLst>
              </a:custGeom>
              <a:noFill/>
              <a:ln cap="flat" cmpd="sng" w="9525">
                <a:solidFill>
                  <a:schemeClr val="l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sp>
          <p:sp>
            <p:nvSpPr>
              <p:cNvPr id="323" name="Google Shape;323;p15"/>
              <p:cNvSpPr/>
              <p:nvPr/>
            </p:nvSpPr>
            <p:spPr>
              <a:xfrm>
                <a:off x="7897438" y="693913"/>
                <a:ext cx="55800" cy="55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324" name="Google Shape;324;p15"/>
              <p:cNvSpPr/>
              <p:nvPr/>
            </p:nvSpPr>
            <p:spPr>
              <a:xfrm>
                <a:off x="7734988" y="1003025"/>
                <a:ext cx="55800" cy="55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325" name="Google Shape;325;p15"/>
              <p:cNvSpPr/>
              <p:nvPr/>
            </p:nvSpPr>
            <p:spPr>
              <a:xfrm>
                <a:off x="8056688" y="1010900"/>
                <a:ext cx="55800" cy="55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  <p:sp>
        <p:nvSpPr>
          <p:cNvPr id="326" name="Google Shape;326;p1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1">
  <p:cSld name="TITLE_AND_BODY_1"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8" name="Google Shape;328;p16"/>
          <p:cNvGrpSpPr/>
          <p:nvPr/>
        </p:nvGrpSpPr>
        <p:grpSpPr>
          <a:xfrm>
            <a:off x="7986451" y="0"/>
            <a:ext cx="1157550" cy="5143501"/>
            <a:chOff x="7986451" y="0"/>
            <a:chExt cx="1157550" cy="5143501"/>
          </a:xfrm>
        </p:grpSpPr>
        <p:pic>
          <p:nvPicPr>
            <p:cNvPr id="329" name="Google Shape;329;p16"/>
            <p:cNvPicPr preferRelativeResize="0"/>
            <p:nvPr/>
          </p:nvPicPr>
          <p:blipFill rotWithShape="1">
            <a:blip r:embed="rId2">
              <a:alphaModFix/>
            </a:blip>
            <a:srcRect b="0" l="79595" r="5406" t="0"/>
            <a:stretch/>
          </p:blipFill>
          <p:spPr>
            <a:xfrm>
              <a:off x="7986451" y="0"/>
              <a:ext cx="1157550" cy="514350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30" name="Google Shape;330;p16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7986451" y="0"/>
              <a:ext cx="1157550" cy="51435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31" name="Google Shape;331;p16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332" name="Google Shape;332;p16"/>
          <p:cNvSpPr txBox="1"/>
          <p:nvPr>
            <p:ph idx="1" type="body"/>
          </p:nvPr>
        </p:nvSpPr>
        <p:spPr>
          <a:xfrm>
            <a:off x="720000" y="1152475"/>
            <a:ext cx="7704000" cy="246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0480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grpSp>
        <p:nvGrpSpPr>
          <p:cNvPr id="333" name="Google Shape;333;p16"/>
          <p:cNvGrpSpPr/>
          <p:nvPr/>
        </p:nvGrpSpPr>
        <p:grpSpPr>
          <a:xfrm>
            <a:off x="265213" y="243925"/>
            <a:ext cx="8735690" cy="4743001"/>
            <a:chOff x="265213" y="243925"/>
            <a:chExt cx="8735690" cy="4743001"/>
          </a:xfrm>
        </p:grpSpPr>
        <p:grpSp>
          <p:nvGrpSpPr>
            <p:cNvPr id="334" name="Google Shape;334;p16"/>
            <p:cNvGrpSpPr/>
            <p:nvPr/>
          </p:nvGrpSpPr>
          <p:grpSpPr>
            <a:xfrm>
              <a:off x="8359025" y="243925"/>
              <a:ext cx="475050" cy="409925"/>
              <a:chOff x="3522825" y="751550"/>
              <a:chExt cx="475050" cy="409925"/>
            </a:xfrm>
          </p:grpSpPr>
          <p:sp>
            <p:nvSpPr>
              <p:cNvPr id="335" name="Google Shape;335;p16"/>
              <p:cNvSpPr/>
              <p:nvPr/>
            </p:nvSpPr>
            <p:spPr>
              <a:xfrm>
                <a:off x="3542125" y="769150"/>
                <a:ext cx="433250" cy="367100"/>
              </a:xfrm>
              <a:custGeom>
                <a:rect b="b" l="l" r="r" t="t"/>
                <a:pathLst>
                  <a:path extrusionOk="0" h="14684" w="17330">
                    <a:moveTo>
                      <a:pt x="0" y="0"/>
                    </a:moveTo>
                    <a:lnTo>
                      <a:pt x="17330" y="9128"/>
                    </a:lnTo>
                    <a:lnTo>
                      <a:pt x="9789" y="14684"/>
                    </a:lnTo>
                    <a:close/>
                  </a:path>
                </a:pathLst>
              </a:custGeom>
              <a:noFill/>
              <a:ln cap="flat" cmpd="sng" w="9525">
                <a:solidFill>
                  <a:schemeClr val="l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sp>
          <p:sp>
            <p:nvSpPr>
              <p:cNvPr id="336" name="Google Shape;336;p16"/>
              <p:cNvSpPr/>
              <p:nvPr/>
            </p:nvSpPr>
            <p:spPr>
              <a:xfrm>
                <a:off x="3522825" y="751550"/>
                <a:ext cx="55800" cy="55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337" name="Google Shape;337;p16"/>
              <p:cNvSpPr/>
              <p:nvPr/>
            </p:nvSpPr>
            <p:spPr>
              <a:xfrm>
                <a:off x="3942075" y="971350"/>
                <a:ext cx="55800" cy="55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338" name="Google Shape;338;p16"/>
              <p:cNvSpPr/>
              <p:nvPr/>
            </p:nvSpPr>
            <p:spPr>
              <a:xfrm>
                <a:off x="3754825" y="1105675"/>
                <a:ext cx="55800" cy="55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339" name="Google Shape;339;p16"/>
            <p:cNvGrpSpPr/>
            <p:nvPr/>
          </p:nvGrpSpPr>
          <p:grpSpPr>
            <a:xfrm>
              <a:off x="265213" y="4439675"/>
              <a:ext cx="386400" cy="509638"/>
              <a:chOff x="6996750" y="683200"/>
              <a:chExt cx="386400" cy="509638"/>
            </a:xfrm>
          </p:grpSpPr>
          <p:sp>
            <p:nvSpPr>
              <p:cNvPr id="340" name="Google Shape;340;p16"/>
              <p:cNvSpPr/>
              <p:nvPr/>
            </p:nvSpPr>
            <p:spPr>
              <a:xfrm>
                <a:off x="7022500" y="704325"/>
                <a:ext cx="338925" cy="464550"/>
              </a:xfrm>
              <a:custGeom>
                <a:rect b="b" l="l" r="r" t="t"/>
                <a:pathLst>
                  <a:path extrusionOk="0" h="18582" w="13557">
                    <a:moveTo>
                      <a:pt x="0" y="7012"/>
                    </a:moveTo>
                    <a:lnTo>
                      <a:pt x="11103" y="0"/>
                    </a:lnTo>
                    <a:lnTo>
                      <a:pt x="13557" y="18582"/>
                    </a:lnTo>
                    <a:close/>
                  </a:path>
                </a:pathLst>
              </a:custGeom>
              <a:noFill/>
              <a:ln cap="flat" cmpd="sng" w="9525">
                <a:solidFill>
                  <a:schemeClr val="l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sp>
          <p:sp>
            <p:nvSpPr>
              <p:cNvPr id="341" name="Google Shape;341;p16"/>
              <p:cNvSpPr/>
              <p:nvPr/>
            </p:nvSpPr>
            <p:spPr>
              <a:xfrm>
                <a:off x="7271550" y="683200"/>
                <a:ext cx="55800" cy="55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342" name="Google Shape;342;p16"/>
              <p:cNvSpPr/>
              <p:nvPr/>
            </p:nvSpPr>
            <p:spPr>
              <a:xfrm>
                <a:off x="6996750" y="853188"/>
                <a:ext cx="55800" cy="55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343" name="Google Shape;343;p16"/>
              <p:cNvSpPr/>
              <p:nvPr/>
            </p:nvSpPr>
            <p:spPr>
              <a:xfrm>
                <a:off x="7327350" y="1137038"/>
                <a:ext cx="55800" cy="55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344" name="Google Shape;344;p16"/>
            <p:cNvGrpSpPr/>
            <p:nvPr/>
          </p:nvGrpSpPr>
          <p:grpSpPr>
            <a:xfrm rot="1522716">
              <a:off x="8561728" y="716765"/>
              <a:ext cx="377502" cy="372789"/>
              <a:chOff x="7734988" y="693913"/>
              <a:chExt cx="377500" cy="372788"/>
            </a:xfrm>
          </p:grpSpPr>
          <p:sp>
            <p:nvSpPr>
              <p:cNvPr id="345" name="Google Shape;345;p16"/>
              <p:cNvSpPr/>
              <p:nvPr/>
            </p:nvSpPr>
            <p:spPr>
              <a:xfrm>
                <a:off x="7758800" y="718925"/>
                <a:ext cx="333075" cy="324325"/>
              </a:xfrm>
              <a:custGeom>
                <a:rect b="b" l="l" r="r" t="t"/>
                <a:pathLst>
                  <a:path extrusionOk="0" h="12973" w="13323">
                    <a:moveTo>
                      <a:pt x="0" y="12622"/>
                    </a:moveTo>
                    <a:lnTo>
                      <a:pt x="6661" y="0"/>
                    </a:lnTo>
                    <a:lnTo>
                      <a:pt x="13323" y="12973"/>
                    </a:lnTo>
                    <a:close/>
                  </a:path>
                </a:pathLst>
              </a:custGeom>
              <a:noFill/>
              <a:ln cap="flat" cmpd="sng" w="9525">
                <a:solidFill>
                  <a:schemeClr val="l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sp>
          <p:sp>
            <p:nvSpPr>
              <p:cNvPr id="346" name="Google Shape;346;p16"/>
              <p:cNvSpPr/>
              <p:nvPr/>
            </p:nvSpPr>
            <p:spPr>
              <a:xfrm>
                <a:off x="7897438" y="693913"/>
                <a:ext cx="55800" cy="55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347" name="Google Shape;347;p16"/>
              <p:cNvSpPr/>
              <p:nvPr/>
            </p:nvSpPr>
            <p:spPr>
              <a:xfrm>
                <a:off x="7734988" y="1003025"/>
                <a:ext cx="55800" cy="55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348" name="Google Shape;348;p16"/>
              <p:cNvSpPr/>
              <p:nvPr/>
            </p:nvSpPr>
            <p:spPr>
              <a:xfrm>
                <a:off x="8056688" y="1010900"/>
                <a:ext cx="55800" cy="55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349" name="Google Shape;349;p16"/>
            <p:cNvGrpSpPr/>
            <p:nvPr/>
          </p:nvGrpSpPr>
          <p:grpSpPr>
            <a:xfrm rot="-441616">
              <a:off x="821011" y="4591518"/>
              <a:ext cx="377477" cy="372765"/>
              <a:chOff x="7734988" y="693913"/>
              <a:chExt cx="377500" cy="372788"/>
            </a:xfrm>
          </p:grpSpPr>
          <p:sp>
            <p:nvSpPr>
              <p:cNvPr id="350" name="Google Shape;350;p16"/>
              <p:cNvSpPr/>
              <p:nvPr/>
            </p:nvSpPr>
            <p:spPr>
              <a:xfrm>
                <a:off x="7758800" y="718925"/>
                <a:ext cx="333075" cy="324325"/>
              </a:xfrm>
              <a:custGeom>
                <a:rect b="b" l="l" r="r" t="t"/>
                <a:pathLst>
                  <a:path extrusionOk="0" h="12973" w="13323">
                    <a:moveTo>
                      <a:pt x="0" y="12622"/>
                    </a:moveTo>
                    <a:lnTo>
                      <a:pt x="6661" y="0"/>
                    </a:lnTo>
                    <a:lnTo>
                      <a:pt x="13323" y="12973"/>
                    </a:lnTo>
                    <a:close/>
                  </a:path>
                </a:pathLst>
              </a:custGeom>
              <a:noFill/>
              <a:ln cap="flat" cmpd="sng" w="9525">
                <a:solidFill>
                  <a:schemeClr val="l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sp>
          <p:sp>
            <p:nvSpPr>
              <p:cNvPr id="351" name="Google Shape;351;p16"/>
              <p:cNvSpPr/>
              <p:nvPr/>
            </p:nvSpPr>
            <p:spPr>
              <a:xfrm>
                <a:off x="7897438" y="693913"/>
                <a:ext cx="55800" cy="55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352" name="Google Shape;352;p16"/>
              <p:cNvSpPr/>
              <p:nvPr/>
            </p:nvSpPr>
            <p:spPr>
              <a:xfrm>
                <a:off x="7734988" y="1003025"/>
                <a:ext cx="55800" cy="55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353" name="Google Shape;353;p16"/>
              <p:cNvSpPr/>
              <p:nvPr/>
            </p:nvSpPr>
            <p:spPr>
              <a:xfrm>
                <a:off x="8056688" y="1010900"/>
                <a:ext cx="55800" cy="55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  <p:sp>
        <p:nvSpPr>
          <p:cNvPr id="354" name="Google Shape;354;p1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2">
  <p:cSld name="TITLE_AND_BODY_1_1"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6" name="Google Shape;356;p17"/>
          <p:cNvGrpSpPr/>
          <p:nvPr/>
        </p:nvGrpSpPr>
        <p:grpSpPr>
          <a:xfrm>
            <a:off x="0" y="0"/>
            <a:ext cx="1157551" cy="5143501"/>
            <a:chOff x="0" y="0"/>
            <a:chExt cx="1157551" cy="5143501"/>
          </a:xfrm>
        </p:grpSpPr>
        <p:pic>
          <p:nvPicPr>
            <p:cNvPr id="357" name="Google Shape;357;p17"/>
            <p:cNvPicPr preferRelativeResize="0"/>
            <p:nvPr/>
          </p:nvPicPr>
          <p:blipFill rotWithShape="1">
            <a:blip r:embed="rId2">
              <a:alphaModFix/>
            </a:blip>
            <a:srcRect b="0" l="79595" r="5406" t="0"/>
            <a:stretch/>
          </p:blipFill>
          <p:spPr>
            <a:xfrm flipH="1">
              <a:off x="0" y="0"/>
              <a:ext cx="1157550" cy="514350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58" name="Google Shape;358;p17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 flipH="1">
              <a:off x="1" y="0"/>
              <a:ext cx="1157550" cy="51435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59" name="Google Shape;359;p17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360" name="Google Shape;360;p17"/>
          <p:cNvSpPr txBox="1"/>
          <p:nvPr>
            <p:ph idx="1" type="body"/>
          </p:nvPr>
        </p:nvSpPr>
        <p:spPr>
          <a:xfrm>
            <a:off x="720000" y="1152475"/>
            <a:ext cx="7704000" cy="124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0480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grpSp>
        <p:nvGrpSpPr>
          <p:cNvPr id="361" name="Google Shape;361;p17"/>
          <p:cNvGrpSpPr/>
          <p:nvPr/>
        </p:nvGrpSpPr>
        <p:grpSpPr>
          <a:xfrm flipH="1">
            <a:off x="265213" y="243925"/>
            <a:ext cx="8735690" cy="4743001"/>
            <a:chOff x="265213" y="243925"/>
            <a:chExt cx="8735690" cy="4743001"/>
          </a:xfrm>
        </p:grpSpPr>
        <p:grpSp>
          <p:nvGrpSpPr>
            <p:cNvPr id="362" name="Google Shape;362;p17"/>
            <p:cNvGrpSpPr/>
            <p:nvPr/>
          </p:nvGrpSpPr>
          <p:grpSpPr>
            <a:xfrm>
              <a:off x="8359025" y="243925"/>
              <a:ext cx="475050" cy="409925"/>
              <a:chOff x="3522825" y="751550"/>
              <a:chExt cx="475050" cy="409925"/>
            </a:xfrm>
          </p:grpSpPr>
          <p:sp>
            <p:nvSpPr>
              <p:cNvPr id="363" name="Google Shape;363;p17"/>
              <p:cNvSpPr/>
              <p:nvPr/>
            </p:nvSpPr>
            <p:spPr>
              <a:xfrm>
                <a:off x="3542125" y="769150"/>
                <a:ext cx="433250" cy="367100"/>
              </a:xfrm>
              <a:custGeom>
                <a:rect b="b" l="l" r="r" t="t"/>
                <a:pathLst>
                  <a:path extrusionOk="0" h="14684" w="17330">
                    <a:moveTo>
                      <a:pt x="0" y="0"/>
                    </a:moveTo>
                    <a:lnTo>
                      <a:pt x="17330" y="9128"/>
                    </a:lnTo>
                    <a:lnTo>
                      <a:pt x="9789" y="14684"/>
                    </a:lnTo>
                    <a:close/>
                  </a:path>
                </a:pathLst>
              </a:custGeom>
              <a:noFill/>
              <a:ln cap="flat" cmpd="sng" w="9525">
                <a:solidFill>
                  <a:schemeClr val="l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sp>
          <p:sp>
            <p:nvSpPr>
              <p:cNvPr id="364" name="Google Shape;364;p17"/>
              <p:cNvSpPr/>
              <p:nvPr/>
            </p:nvSpPr>
            <p:spPr>
              <a:xfrm>
                <a:off x="3522825" y="751550"/>
                <a:ext cx="55800" cy="55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365" name="Google Shape;365;p17"/>
              <p:cNvSpPr/>
              <p:nvPr/>
            </p:nvSpPr>
            <p:spPr>
              <a:xfrm>
                <a:off x="3942075" y="971350"/>
                <a:ext cx="55800" cy="55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366" name="Google Shape;366;p17"/>
              <p:cNvSpPr/>
              <p:nvPr/>
            </p:nvSpPr>
            <p:spPr>
              <a:xfrm>
                <a:off x="3754825" y="1105675"/>
                <a:ext cx="55800" cy="55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367" name="Google Shape;367;p17"/>
            <p:cNvGrpSpPr/>
            <p:nvPr/>
          </p:nvGrpSpPr>
          <p:grpSpPr>
            <a:xfrm>
              <a:off x="265213" y="4439675"/>
              <a:ext cx="386400" cy="509638"/>
              <a:chOff x="6996750" y="683200"/>
              <a:chExt cx="386400" cy="509638"/>
            </a:xfrm>
          </p:grpSpPr>
          <p:sp>
            <p:nvSpPr>
              <p:cNvPr id="368" name="Google Shape;368;p17"/>
              <p:cNvSpPr/>
              <p:nvPr/>
            </p:nvSpPr>
            <p:spPr>
              <a:xfrm>
                <a:off x="7022500" y="704325"/>
                <a:ext cx="338925" cy="464550"/>
              </a:xfrm>
              <a:custGeom>
                <a:rect b="b" l="l" r="r" t="t"/>
                <a:pathLst>
                  <a:path extrusionOk="0" h="18582" w="13557">
                    <a:moveTo>
                      <a:pt x="0" y="7012"/>
                    </a:moveTo>
                    <a:lnTo>
                      <a:pt x="11103" y="0"/>
                    </a:lnTo>
                    <a:lnTo>
                      <a:pt x="13557" y="18582"/>
                    </a:lnTo>
                    <a:close/>
                  </a:path>
                </a:pathLst>
              </a:custGeom>
              <a:noFill/>
              <a:ln cap="flat" cmpd="sng" w="9525">
                <a:solidFill>
                  <a:schemeClr val="l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sp>
          <p:sp>
            <p:nvSpPr>
              <p:cNvPr id="369" name="Google Shape;369;p17"/>
              <p:cNvSpPr/>
              <p:nvPr/>
            </p:nvSpPr>
            <p:spPr>
              <a:xfrm>
                <a:off x="7271550" y="683200"/>
                <a:ext cx="55800" cy="55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370" name="Google Shape;370;p17"/>
              <p:cNvSpPr/>
              <p:nvPr/>
            </p:nvSpPr>
            <p:spPr>
              <a:xfrm>
                <a:off x="6996750" y="853188"/>
                <a:ext cx="55800" cy="55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371" name="Google Shape;371;p17"/>
              <p:cNvSpPr/>
              <p:nvPr/>
            </p:nvSpPr>
            <p:spPr>
              <a:xfrm>
                <a:off x="7327350" y="1137038"/>
                <a:ext cx="55800" cy="55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372" name="Google Shape;372;p17"/>
            <p:cNvGrpSpPr/>
            <p:nvPr/>
          </p:nvGrpSpPr>
          <p:grpSpPr>
            <a:xfrm rot="1522716">
              <a:off x="8561728" y="716765"/>
              <a:ext cx="377502" cy="372789"/>
              <a:chOff x="7734988" y="693913"/>
              <a:chExt cx="377500" cy="372788"/>
            </a:xfrm>
          </p:grpSpPr>
          <p:sp>
            <p:nvSpPr>
              <p:cNvPr id="373" name="Google Shape;373;p17"/>
              <p:cNvSpPr/>
              <p:nvPr/>
            </p:nvSpPr>
            <p:spPr>
              <a:xfrm>
                <a:off x="7758800" y="718925"/>
                <a:ext cx="333075" cy="324325"/>
              </a:xfrm>
              <a:custGeom>
                <a:rect b="b" l="l" r="r" t="t"/>
                <a:pathLst>
                  <a:path extrusionOk="0" h="12973" w="13323">
                    <a:moveTo>
                      <a:pt x="0" y="12622"/>
                    </a:moveTo>
                    <a:lnTo>
                      <a:pt x="6661" y="0"/>
                    </a:lnTo>
                    <a:lnTo>
                      <a:pt x="13323" y="12973"/>
                    </a:lnTo>
                    <a:close/>
                  </a:path>
                </a:pathLst>
              </a:custGeom>
              <a:noFill/>
              <a:ln cap="flat" cmpd="sng" w="9525">
                <a:solidFill>
                  <a:schemeClr val="l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sp>
          <p:sp>
            <p:nvSpPr>
              <p:cNvPr id="374" name="Google Shape;374;p17"/>
              <p:cNvSpPr/>
              <p:nvPr/>
            </p:nvSpPr>
            <p:spPr>
              <a:xfrm>
                <a:off x="7897438" y="693913"/>
                <a:ext cx="55800" cy="55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375" name="Google Shape;375;p17"/>
              <p:cNvSpPr/>
              <p:nvPr/>
            </p:nvSpPr>
            <p:spPr>
              <a:xfrm>
                <a:off x="7734988" y="1003025"/>
                <a:ext cx="55800" cy="55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376" name="Google Shape;376;p17"/>
              <p:cNvSpPr/>
              <p:nvPr/>
            </p:nvSpPr>
            <p:spPr>
              <a:xfrm>
                <a:off x="8056688" y="1010900"/>
                <a:ext cx="55800" cy="55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377" name="Google Shape;377;p17"/>
            <p:cNvGrpSpPr/>
            <p:nvPr/>
          </p:nvGrpSpPr>
          <p:grpSpPr>
            <a:xfrm rot="-441616">
              <a:off x="821011" y="4591518"/>
              <a:ext cx="377477" cy="372765"/>
              <a:chOff x="7734988" y="693913"/>
              <a:chExt cx="377500" cy="372788"/>
            </a:xfrm>
          </p:grpSpPr>
          <p:sp>
            <p:nvSpPr>
              <p:cNvPr id="378" name="Google Shape;378;p17"/>
              <p:cNvSpPr/>
              <p:nvPr/>
            </p:nvSpPr>
            <p:spPr>
              <a:xfrm>
                <a:off x="7758800" y="718925"/>
                <a:ext cx="333075" cy="324325"/>
              </a:xfrm>
              <a:custGeom>
                <a:rect b="b" l="l" r="r" t="t"/>
                <a:pathLst>
                  <a:path extrusionOk="0" h="12973" w="13323">
                    <a:moveTo>
                      <a:pt x="0" y="12622"/>
                    </a:moveTo>
                    <a:lnTo>
                      <a:pt x="6661" y="0"/>
                    </a:lnTo>
                    <a:lnTo>
                      <a:pt x="13323" y="12973"/>
                    </a:lnTo>
                    <a:close/>
                  </a:path>
                </a:pathLst>
              </a:custGeom>
              <a:noFill/>
              <a:ln cap="flat" cmpd="sng" w="9525">
                <a:solidFill>
                  <a:schemeClr val="l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sp>
          <p:sp>
            <p:nvSpPr>
              <p:cNvPr id="379" name="Google Shape;379;p17"/>
              <p:cNvSpPr/>
              <p:nvPr/>
            </p:nvSpPr>
            <p:spPr>
              <a:xfrm>
                <a:off x="7897438" y="693913"/>
                <a:ext cx="55800" cy="55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380" name="Google Shape;380;p17"/>
              <p:cNvSpPr/>
              <p:nvPr/>
            </p:nvSpPr>
            <p:spPr>
              <a:xfrm>
                <a:off x="7734988" y="1003025"/>
                <a:ext cx="55800" cy="55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381" name="Google Shape;381;p17"/>
              <p:cNvSpPr/>
              <p:nvPr/>
            </p:nvSpPr>
            <p:spPr>
              <a:xfrm>
                <a:off x="8056688" y="1010900"/>
                <a:ext cx="55800" cy="55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  <p:sp>
        <p:nvSpPr>
          <p:cNvPr id="382" name="Google Shape;382;p17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">
  <p:cSld name="BLANK_1_1_1_1_1_1"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18"/>
          <p:cNvSpPr txBox="1"/>
          <p:nvPr>
            <p:ph hasCustomPrompt="1" type="title"/>
          </p:nvPr>
        </p:nvSpPr>
        <p:spPr>
          <a:xfrm>
            <a:off x="4713166" y="1181411"/>
            <a:ext cx="2706900" cy="7689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None/>
              <a:defRPr sz="4500">
                <a:solidFill>
                  <a:schemeClr val="dk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None/>
              <a:defRPr sz="6000">
                <a:solidFill>
                  <a:schemeClr val="dk2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None/>
              <a:defRPr sz="6000">
                <a:solidFill>
                  <a:schemeClr val="dk2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None/>
              <a:defRPr sz="6000">
                <a:solidFill>
                  <a:schemeClr val="dk2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None/>
              <a:defRPr sz="6000">
                <a:solidFill>
                  <a:schemeClr val="dk2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None/>
              <a:defRPr sz="6000">
                <a:solidFill>
                  <a:schemeClr val="dk2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None/>
              <a:defRPr sz="6000">
                <a:solidFill>
                  <a:schemeClr val="dk2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None/>
              <a:defRPr sz="6000">
                <a:solidFill>
                  <a:schemeClr val="dk2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None/>
              <a:defRPr sz="60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385" name="Google Shape;385;p18"/>
          <p:cNvSpPr txBox="1"/>
          <p:nvPr>
            <p:ph idx="1" type="subTitle"/>
          </p:nvPr>
        </p:nvSpPr>
        <p:spPr>
          <a:xfrm>
            <a:off x="4713164" y="1864116"/>
            <a:ext cx="2706900" cy="34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4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86" name="Google Shape;386;p18"/>
          <p:cNvSpPr txBox="1"/>
          <p:nvPr>
            <p:ph hasCustomPrompt="1" idx="2" type="title"/>
          </p:nvPr>
        </p:nvSpPr>
        <p:spPr>
          <a:xfrm>
            <a:off x="1723938" y="1181400"/>
            <a:ext cx="2706900" cy="7689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None/>
              <a:defRPr sz="4500">
                <a:solidFill>
                  <a:schemeClr val="dk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None/>
              <a:defRPr sz="6000">
                <a:solidFill>
                  <a:schemeClr val="dk2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None/>
              <a:defRPr sz="6000">
                <a:solidFill>
                  <a:schemeClr val="dk2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None/>
              <a:defRPr sz="6000">
                <a:solidFill>
                  <a:schemeClr val="dk2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None/>
              <a:defRPr sz="6000">
                <a:solidFill>
                  <a:schemeClr val="dk2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None/>
              <a:defRPr sz="6000">
                <a:solidFill>
                  <a:schemeClr val="dk2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None/>
              <a:defRPr sz="6000">
                <a:solidFill>
                  <a:schemeClr val="dk2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None/>
              <a:defRPr sz="6000">
                <a:solidFill>
                  <a:schemeClr val="dk2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None/>
              <a:defRPr sz="60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387" name="Google Shape;387;p18"/>
          <p:cNvSpPr txBox="1"/>
          <p:nvPr>
            <p:ph idx="3" type="subTitle"/>
          </p:nvPr>
        </p:nvSpPr>
        <p:spPr>
          <a:xfrm>
            <a:off x="1723938" y="1864104"/>
            <a:ext cx="2706900" cy="34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4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88" name="Google Shape;388;p18"/>
          <p:cNvSpPr txBox="1"/>
          <p:nvPr>
            <p:ph hasCustomPrompt="1" idx="4" type="title"/>
          </p:nvPr>
        </p:nvSpPr>
        <p:spPr>
          <a:xfrm>
            <a:off x="3295179" y="2892380"/>
            <a:ext cx="2706900" cy="7689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None/>
              <a:defRPr sz="4500">
                <a:solidFill>
                  <a:schemeClr val="dk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None/>
              <a:defRPr sz="6000">
                <a:solidFill>
                  <a:schemeClr val="dk2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None/>
              <a:defRPr sz="6000">
                <a:solidFill>
                  <a:schemeClr val="dk2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None/>
              <a:defRPr sz="6000">
                <a:solidFill>
                  <a:schemeClr val="dk2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None/>
              <a:defRPr sz="6000">
                <a:solidFill>
                  <a:schemeClr val="dk2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None/>
              <a:defRPr sz="6000">
                <a:solidFill>
                  <a:schemeClr val="dk2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None/>
              <a:defRPr sz="6000">
                <a:solidFill>
                  <a:schemeClr val="dk2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None/>
              <a:defRPr sz="6000">
                <a:solidFill>
                  <a:schemeClr val="dk2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None/>
              <a:defRPr sz="60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389" name="Google Shape;389;p18"/>
          <p:cNvSpPr txBox="1"/>
          <p:nvPr>
            <p:ph idx="5" type="subTitle"/>
          </p:nvPr>
        </p:nvSpPr>
        <p:spPr>
          <a:xfrm>
            <a:off x="3295188" y="3575100"/>
            <a:ext cx="2706900" cy="38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4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grpSp>
        <p:nvGrpSpPr>
          <p:cNvPr id="390" name="Google Shape;390;p18"/>
          <p:cNvGrpSpPr/>
          <p:nvPr/>
        </p:nvGrpSpPr>
        <p:grpSpPr>
          <a:xfrm flipH="1" rot="10800000">
            <a:off x="190600" y="3580088"/>
            <a:ext cx="1455525" cy="1311227"/>
            <a:chOff x="7436225" y="267325"/>
            <a:chExt cx="1455525" cy="1311227"/>
          </a:xfrm>
        </p:grpSpPr>
        <p:grpSp>
          <p:nvGrpSpPr>
            <p:cNvPr id="391" name="Google Shape;391;p18"/>
            <p:cNvGrpSpPr/>
            <p:nvPr/>
          </p:nvGrpSpPr>
          <p:grpSpPr>
            <a:xfrm>
              <a:off x="8416700" y="267325"/>
              <a:ext cx="475050" cy="409925"/>
              <a:chOff x="3522825" y="751550"/>
              <a:chExt cx="475050" cy="409925"/>
            </a:xfrm>
          </p:grpSpPr>
          <p:sp>
            <p:nvSpPr>
              <p:cNvPr id="392" name="Google Shape;392;p18"/>
              <p:cNvSpPr/>
              <p:nvPr/>
            </p:nvSpPr>
            <p:spPr>
              <a:xfrm>
                <a:off x="3542125" y="769150"/>
                <a:ext cx="433250" cy="367100"/>
              </a:xfrm>
              <a:custGeom>
                <a:rect b="b" l="l" r="r" t="t"/>
                <a:pathLst>
                  <a:path extrusionOk="0" h="14684" w="17330">
                    <a:moveTo>
                      <a:pt x="0" y="0"/>
                    </a:moveTo>
                    <a:lnTo>
                      <a:pt x="17330" y="9128"/>
                    </a:lnTo>
                    <a:lnTo>
                      <a:pt x="9789" y="14684"/>
                    </a:lnTo>
                    <a:close/>
                  </a:path>
                </a:pathLst>
              </a:custGeom>
              <a:noFill/>
              <a:ln cap="flat" cmpd="sng" w="9525">
                <a:solidFill>
                  <a:schemeClr val="l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sp>
          <p:sp>
            <p:nvSpPr>
              <p:cNvPr id="393" name="Google Shape;393;p18"/>
              <p:cNvSpPr/>
              <p:nvPr/>
            </p:nvSpPr>
            <p:spPr>
              <a:xfrm>
                <a:off x="3522825" y="751550"/>
                <a:ext cx="55800" cy="55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394" name="Google Shape;394;p18"/>
              <p:cNvSpPr/>
              <p:nvPr/>
            </p:nvSpPr>
            <p:spPr>
              <a:xfrm>
                <a:off x="3942075" y="971350"/>
                <a:ext cx="55800" cy="55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395" name="Google Shape;395;p18"/>
              <p:cNvSpPr/>
              <p:nvPr/>
            </p:nvSpPr>
            <p:spPr>
              <a:xfrm>
                <a:off x="3754825" y="1105675"/>
                <a:ext cx="55800" cy="55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396" name="Google Shape;396;p18"/>
            <p:cNvGrpSpPr/>
            <p:nvPr/>
          </p:nvGrpSpPr>
          <p:grpSpPr>
            <a:xfrm rot="1522716">
              <a:off x="7627103" y="1142852"/>
              <a:ext cx="377502" cy="372789"/>
              <a:chOff x="6901089" y="892110"/>
              <a:chExt cx="377500" cy="372788"/>
            </a:xfrm>
          </p:grpSpPr>
          <p:sp>
            <p:nvSpPr>
              <p:cNvPr id="397" name="Google Shape;397;p18"/>
              <p:cNvSpPr/>
              <p:nvPr/>
            </p:nvSpPr>
            <p:spPr>
              <a:xfrm>
                <a:off x="6924901" y="917123"/>
                <a:ext cx="333075" cy="324325"/>
              </a:xfrm>
              <a:custGeom>
                <a:rect b="b" l="l" r="r" t="t"/>
                <a:pathLst>
                  <a:path extrusionOk="0" h="12973" w="13323">
                    <a:moveTo>
                      <a:pt x="0" y="12622"/>
                    </a:moveTo>
                    <a:lnTo>
                      <a:pt x="6661" y="0"/>
                    </a:lnTo>
                    <a:lnTo>
                      <a:pt x="13323" y="12973"/>
                    </a:lnTo>
                    <a:close/>
                  </a:path>
                </a:pathLst>
              </a:custGeom>
              <a:noFill/>
              <a:ln cap="flat" cmpd="sng" w="9525">
                <a:solidFill>
                  <a:schemeClr val="l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sp>
          <p:sp>
            <p:nvSpPr>
              <p:cNvPr id="398" name="Google Shape;398;p18"/>
              <p:cNvSpPr/>
              <p:nvPr/>
            </p:nvSpPr>
            <p:spPr>
              <a:xfrm>
                <a:off x="7063539" y="892110"/>
                <a:ext cx="55800" cy="55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399" name="Google Shape;399;p18"/>
              <p:cNvSpPr/>
              <p:nvPr/>
            </p:nvSpPr>
            <p:spPr>
              <a:xfrm>
                <a:off x="6901089" y="1201223"/>
                <a:ext cx="55800" cy="55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400" name="Google Shape;400;p18"/>
              <p:cNvSpPr/>
              <p:nvPr/>
            </p:nvSpPr>
            <p:spPr>
              <a:xfrm>
                <a:off x="7222789" y="1209098"/>
                <a:ext cx="55800" cy="55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401" name="Google Shape;401;p18"/>
            <p:cNvGrpSpPr/>
            <p:nvPr/>
          </p:nvGrpSpPr>
          <p:grpSpPr>
            <a:xfrm>
              <a:off x="7436225" y="280175"/>
              <a:ext cx="386400" cy="509638"/>
              <a:chOff x="6996750" y="683200"/>
              <a:chExt cx="386400" cy="509638"/>
            </a:xfrm>
          </p:grpSpPr>
          <p:sp>
            <p:nvSpPr>
              <p:cNvPr id="402" name="Google Shape;402;p18"/>
              <p:cNvSpPr/>
              <p:nvPr/>
            </p:nvSpPr>
            <p:spPr>
              <a:xfrm>
                <a:off x="7022500" y="704325"/>
                <a:ext cx="338925" cy="464550"/>
              </a:xfrm>
              <a:custGeom>
                <a:rect b="b" l="l" r="r" t="t"/>
                <a:pathLst>
                  <a:path extrusionOk="0" h="18582" w="13557">
                    <a:moveTo>
                      <a:pt x="0" y="7012"/>
                    </a:moveTo>
                    <a:lnTo>
                      <a:pt x="11103" y="0"/>
                    </a:lnTo>
                    <a:lnTo>
                      <a:pt x="13557" y="18582"/>
                    </a:lnTo>
                    <a:close/>
                  </a:path>
                </a:pathLst>
              </a:custGeom>
              <a:noFill/>
              <a:ln cap="flat" cmpd="sng" w="9525">
                <a:solidFill>
                  <a:schemeClr val="l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sp>
          <p:sp>
            <p:nvSpPr>
              <p:cNvPr id="403" name="Google Shape;403;p18"/>
              <p:cNvSpPr/>
              <p:nvPr/>
            </p:nvSpPr>
            <p:spPr>
              <a:xfrm>
                <a:off x="7271550" y="683200"/>
                <a:ext cx="55800" cy="55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404" name="Google Shape;404;p18"/>
              <p:cNvSpPr/>
              <p:nvPr/>
            </p:nvSpPr>
            <p:spPr>
              <a:xfrm>
                <a:off x="6996750" y="853188"/>
                <a:ext cx="55800" cy="55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405" name="Google Shape;405;p18"/>
              <p:cNvSpPr/>
              <p:nvPr/>
            </p:nvSpPr>
            <p:spPr>
              <a:xfrm>
                <a:off x="7327350" y="1137038"/>
                <a:ext cx="55800" cy="55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  <p:grpSp>
        <p:nvGrpSpPr>
          <p:cNvPr id="406" name="Google Shape;406;p18"/>
          <p:cNvGrpSpPr/>
          <p:nvPr/>
        </p:nvGrpSpPr>
        <p:grpSpPr>
          <a:xfrm flipH="1" rot="10800000">
            <a:off x="8100439" y="255113"/>
            <a:ext cx="863123" cy="729426"/>
            <a:chOff x="8024239" y="4174100"/>
            <a:chExt cx="863123" cy="729426"/>
          </a:xfrm>
        </p:grpSpPr>
        <p:grpSp>
          <p:nvGrpSpPr>
            <p:cNvPr id="407" name="Google Shape;407;p18"/>
            <p:cNvGrpSpPr/>
            <p:nvPr/>
          </p:nvGrpSpPr>
          <p:grpSpPr>
            <a:xfrm>
              <a:off x="8500963" y="4174100"/>
              <a:ext cx="386400" cy="509638"/>
              <a:chOff x="6996750" y="683200"/>
              <a:chExt cx="386400" cy="509638"/>
            </a:xfrm>
          </p:grpSpPr>
          <p:sp>
            <p:nvSpPr>
              <p:cNvPr id="408" name="Google Shape;408;p18"/>
              <p:cNvSpPr/>
              <p:nvPr/>
            </p:nvSpPr>
            <p:spPr>
              <a:xfrm>
                <a:off x="7022500" y="704325"/>
                <a:ext cx="338925" cy="464550"/>
              </a:xfrm>
              <a:custGeom>
                <a:rect b="b" l="l" r="r" t="t"/>
                <a:pathLst>
                  <a:path extrusionOk="0" h="18582" w="13557">
                    <a:moveTo>
                      <a:pt x="0" y="7012"/>
                    </a:moveTo>
                    <a:lnTo>
                      <a:pt x="11103" y="0"/>
                    </a:lnTo>
                    <a:lnTo>
                      <a:pt x="13557" y="18582"/>
                    </a:lnTo>
                    <a:close/>
                  </a:path>
                </a:pathLst>
              </a:custGeom>
              <a:noFill/>
              <a:ln cap="flat" cmpd="sng" w="9525">
                <a:solidFill>
                  <a:schemeClr val="l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sp>
          <p:sp>
            <p:nvSpPr>
              <p:cNvPr id="409" name="Google Shape;409;p18"/>
              <p:cNvSpPr/>
              <p:nvPr/>
            </p:nvSpPr>
            <p:spPr>
              <a:xfrm>
                <a:off x="7271550" y="683200"/>
                <a:ext cx="55800" cy="55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410" name="Google Shape;410;p18"/>
              <p:cNvSpPr/>
              <p:nvPr/>
            </p:nvSpPr>
            <p:spPr>
              <a:xfrm>
                <a:off x="6996750" y="853188"/>
                <a:ext cx="55800" cy="55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411" name="Google Shape;411;p18"/>
              <p:cNvSpPr/>
              <p:nvPr/>
            </p:nvSpPr>
            <p:spPr>
              <a:xfrm>
                <a:off x="7327350" y="1137038"/>
                <a:ext cx="55800" cy="55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412" name="Google Shape;412;p18"/>
            <p:cNvGrpSpPr/>
            <p:nvPr/>
          </p:nvGrpSpPr>
          <p:grpSpPr>
            <a:xfrm rot="-441616">
              <a:off x="8046561" y="4508118"/>
              <a:ext cx="377477" cy="372765"/>
              <a:chOff x="7734988" y="693913"/>
              <a:chExt cx="377500" cy="372788"/>
            </a:xfrm>
          </p:grpSpPr>
          <p:sp>
            <p:nvSpPr>
              <p:cNvPr id="413" name="Google Shape;413;p18"/>
              <p:cNvSpPr/>
              <p:nvPr/>
            </p:nvSpPr>
            <p:spPr>
              <a:xfrm>
                <a:off x="7758800" y="718925"/>
                <a:ext cx="333075" cy="324325"/>
              </a:xfrm>
              <a:custGeom>
                <a:rect b="b" l="l" r="r" t="t"/>
                <a:pathLst>
                  <a:path extrusionOk="0" h="12973" w="13323">
                    <a:moveTo>
                      <a:pt x="0" y="12622"/>
                    </a:moveTo>
                    <a:lnTo>
                      <a:pt x="6661" y="0"/>
                    </a:lnTo>
                    <a:lnTo>
                      <a:pt x="13323" y="12973"/>
                    </a:lnTo>
                    <a:close/>
                  </a:path>
                </a:pathLst>
              </a:custGeom>
              <a:noFill/>
              <a:ln cap="flat" cmpd="sng" w="9525">
                <a:solidFill>
                  <a:schemeClr val="l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sp>
          <p:sp>
            <p:nvSpPr>
              <p:cNvPr id="414" name="Google Shape;414;p18"/>
              <p:cNvSpPr/>
              <p:nvPr/>
            </p:nvSpPr>
            <p:spPr>
              <a:xfrm>
                <a:off x="7897438" y="693913"/>
                <a:ext cx="55800" cy="55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415" name="Google Shape;415;p18"/>
              <p:cNvSpPr/>
              <p:nvPr/>
            </p:nvSpPr>
            <p:spPr>
              <a:xfrm>
                <a:off x="7734988" y="1003025"/>
                <a:ext cx="55800" cy="55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416" name="Google Shape;416;p18"/>
              <p:cNvSpPr/>
              <p:nvPr/>
            </p:nvSpPr>
            <p:spPr>
              <a:xfrm>
                <a:off x="8056688" y="1010900"/>
                <a:ext cx="55800" cy="55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  <p:sp>
        <p:nvSpPr>
          <p:cNvPr id="417" name="Google Shape;417;p1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">
  <p:cSld name="CUSTOM_6"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p19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420" name="Google Shape;420;p19"/>
          <p:cNvSpPr txBox="1"/>
          <p:nvPr>
            <p:ph idx="1" type="subTitle"/>
          </p:nvPr>
        </p:nvSpPr>
        <p:spPr>
          <a:xfrm>
            <a:off x="937625" y="2477301"/>
            <a:ext cx="2175300" cy="190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421" name="Google Shape;421;p19"/>
          <p:cNvSpPr txBox="1"/>
          <p:nvPr>
            <p:ph idx="2" type="subTitle"/>
          </p:nvPr>
        </p:nvSpPr>
        <p:spPr>
          <a:xfrm>
            <a:off x="3484347" y="1867701"/>
            <a:ext cx="2175300" cy="190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422" name="Google Shape;422;p19"/>
          <p:cNvSpPr txBox="1"/>
          <p:nvPr>
            <p:ph idx="3" type="subTitle"/>
          </p:nvPr>
        </p:nvSpPr>
        <p:spPr>
          <a:xfrm>
            <a:off x="6031075" y="2477301"/>
            <a:ext cx="2175300" cy="190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423" name="Google Shape;423;p19"/>
          <p:cNvSpPr txBox="1"/>
          <p:nvPr>
            <p:ph idx="4" type="subTitle"/>
          </p:nvPr>
        </p:nvSpPr>
        <p:spPr>
          <a:xfrm>
            <a:off x="937625" y="1949601"/>
            <a:ext cx="2175300" cy="52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Ubuntu"/>
              <a:buNone/>
              <a:defRPr b="1" sz="18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Ubuntu"/>
              <a:buNone/>
              <a:defRPr sz="2400">
                <a:latin typeface="Ubuntu"/>
                <a:ea typeface="Ubuntu"/>
                <a:cs typeface="Ubuntu"/>
                <a:sym typeface="Ubuntu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Ubuntu"/>
              <a:buNone/>
              <a:defRPr sz="2400">
                <a:latin typeface="Ubuntu"/>
                <a:ea typeface="Ubuntu"/>
                <a:cs typeface="Ubuntu"/>
                <a:sym typeface="Ubuntu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Ubuntu"/>
              <a:buNone/>
              <a:defRPr sz="2400">
                <a:latin typeface="Ubuntu"/>
                <a:ea typeface="Ubuntu"/>
                <a:cs typeface="Ubuntu"/>
                <a:sym typeface="Ubuntu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Ubuntu"/>
              <a:buNone/>
              <a:defRPr sz="2400">
                <a:latin typeface="Ubuntu"/>
                <a:ea typeface="Ubuntu"/>
                <a:cs typeface="Ubuntu"/>
                <a:sym typeface="Ubuntu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Ubuntu"/>
              <a:buNone/>
              <a:defRPr sz="2400">
                <a:latin typeface="Ubuntu"/>
                <a:ea typeface="Ubuntu"/>
                <a:cs typeface="Ubuntu"/>
                <a:sym typeface="Ubuntu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Ubuntu"/>
              <a:buNone/>
              <a:defRPr sz="2400">
                <a:latin typeface="Ubuntu"/>
                <a:ea typeface="Ubuntu"/>
                <a:cs typeface="Ubuntu"/>
                <a:sym typeface="Ubuntu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Ubuntu"/>
              <a:buNone/>
              <a:defRPr sz="2400">
                <a:latin typeface="Ubuntu"/>
                <a:ea typeface="Ubuntu"/>
                <a:cs typeface="Ubuntu"/>
                <a:sym typeface="Ubuntu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Ubuntu"/>
              <a:buNone/>
              <a:defRPr sz="2400">
                <a:latin typeface="Ubuntu"/>
                <a:ea typeface="Ubuntu"/>
                <a:cs typeface="Ubuntu"/>
                <a:sym typeface="Ubuntu"/>
              </a:defRPr>
            </a:lvl9pPr>
          </a:lstStyle>
          <a:p/>
        </p:txBody>
      </p:sp>
      <p:sp>
        <p:nvSpPr>
          <p:cNvPr id="424" name="Google Shape;424;p19"/>
          <p:cNvSpPr txBox="1"/>
          <p:nvPr>
            <p:ph idx="5" type="subTitle"/>
          </p:nvPr>
        </p:nvSpPr>
        <p:spPr>
          <a:xfrm>
            <a:off x="3484350" y="1340001"/>
            <a:ext cx="2175300" cy="52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Ubuntu"/>
              <a:buNone/>
              <a:defRPr b="1" sz="18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Ubuntu"/>
              <a:buNone/>
              <a:defRPr sz="2400">
                <a:latin typeface="Ubuntu"/>
                <a:ea typeface="Ubuntu"/>
                <a:cs typeface="Ubuntu"/>
                <a:sym typeface="Ubuntu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Ubuntu"/>
              <a:buNone/>
              <a:defRPr sz="2400">
                <a:latin typeface="Ubuntu"/>
                <a:ea typeface="Ubuntu"/>
                <a:cs typeface="Ubuntu"/>
                <a:sym typeface="Ubuntu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Ubuntu"/>
              <a:buNone/>
              <a:defRPr sz="2400">
                <a:latin typeface="Ubuntu"/>
                <a:ea typeface="Ubuntu"/>
                <a:cs typeface="Ubuntu"/>
                <a:sym typeface="Ubuntu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Ubuntu"/>
              <a:buNone/>
              <a:defRPr sz="2400">
                <a:latin typeface="Ubuntu"/>
                <a:ea typeface="Ubuntu"/>
                <a:cs typeface="Ubuntu"/>
                <a:sym typeface="Ubuntu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Ubuntu"/>
              <a:buNone/>
              <a:defRPr sz="2400">
                <a:latin typeface="Ubuntu"/>
                <a:ea typeface="Ubuntu"/>
                <a:cs typeface="Ubuntu"/>
                <a:sym typeface="Ubuntu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Ubuntu"/>
              <a:buNone/>
              <a:defRPr sz="2400">
                <a:latin typeface="Ubuntu"/>
                <a:ea typeface="Ubuntu"/>
                <a:cs typeface="Ubuntu"/>
                <a:sym typeface="Ubuntu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Ubuntu"/>
              <a:buNone/>
              <a:defRPr sz="2400">
                <a:latin typeface="Ubuntu"/>
                <a:ea typeface="Ubuntu"/>
                <a:cs typeface="Ubuntu"/>
                <a:sym typeface="Ubuntu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Ubuntu"/>
              <a:buNone/>
              <a:defRPr sz="2400">
                <a:latin typeface="Ubuntu"/>
                <a:ea typeface="Ubuntu"/>
                <a:cs typeface="Ubuntu"/>
                <a:sym typeface="Ubuntu"/>
              </a:defRPr>
            </a:lvl9pPr>
          </a:lstStyle>
          <a:p/>
        </p:txBody>
      </p:sp>
      <p:sp>
        <p:nvSpPr>
          <p:cNvPr id="425" name="Google Shape;425;p19"/>
          <p:cNvSpPr txBox="1"/>
          <p:nvPr>
            <p:ph idx="6" type="subTitle"/>
          </p:nvPr>
        </p:nvSpPr>
        <p:spPr>
          <a:xfrm>
            <a:off x="6031075" y="1949601"/>
            <a:ext cx="2175300" cy="52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Ubuntu"/>
              <a:buNone/>
              <a:defRPr b="1" sz="18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Ubuntu"/>
              <a:buNone/>
              <a:defRPr sz="2400">
                <a:latin typeface="Ubuntu"/>
                <a:ea typeface="Ubuntu"/>
                <a:cs typeface="Ubuntu"/>
                <a:sym typeface="Ubuntu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Ubuntu"/>
              <a:buNone/>
              <a:defRPr sz="2400">
                <a:latin typeface="Ubuntu"/>
                <a:ea typeface="Ubuntu"/>
                <a:cs typeface="Ubuntu"/>
                <a:sym typeface="Ubuntu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Ubuntu"/>
              <a:buNone/>
              <a:defRPr sz="2400">
                <a:latin typeface="Ubuntu"/>
                <a:ea typeface="Ubuntu"/>
                <a:cs typeface="Ubuntu"/>
                <a:sym typeface="Ubuntu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Ubuntu"/>
              <a:buNone/>
              <a:defRPr sz="2400">
                <a:latin typeface="Ubuntu"/>
                <a:ea typeface="Ubuntu"/>
                <a:cs typeface="Ubuntu"/>
                <a:sym typeface="Ubuntu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Ubuntu"/>
              <a:buNone/>
              <a:defRPr sz="2400">
                <a:latin typeface="Ubuntu"/>
                <a:ea typeface="Ubuntu"/>
                <a:cs typeface="Ubuntu"/>
                <a:sym typeface="Ubuntu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Ubuntu"/>
              <a:buNone/>
              <a:defRPr sz="2400">
                <a:latin typeface="Ubuntu"/>
                <a:ea typeface="Ubuntu"/>
                <a:cs typeface="Ubuntu"/>
                <a:sym typeface="Ubuntu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Ubuntu"/>
              <a:buNone/>
              <a:defRPr sz="2400">
                <a:latin typeface="Ubuntu"/>
                <a:ea typeface="Ubuntu"/>
                <a:cs typeface="Ubuntu"/>
                <a:sym typeface="Ubuntu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Ubuntu"/>
              <a:buNone/>
              <a:defRPr sz="2400">
                <a:latin typeface="Ubuntu"/>
                <a:ea typeface="Ubuntu"/>
                <a:cs typeface="Ubuntu"/>
                <a:sym typeface="Ubuntu"/>
              </a:defRPr>
            </a:lvl9pPr>
          </a:lstStyle>
          <a:p/>
        </p:txBody>
      </p:sp>
      <p:grpSp>
        <p:nvGrpSpPr>
          <p:cNvPr id="426" name="Google Shape;426;p19"/>
          <p:cNvGrpSpPr/>
          <p:nvPr/>
        </p:nvGrpSpPr>
        <p:grpSpPr>
          <a:xfrm>
            <a:off x="171705" y="280176"/>
            <a:ext cx="8807468" cy="4655725"/>
            <a:chOff x="171705" y="280176"/>
            <a:chExt cx="8807468" cy="4655725"/>
          </a:xfrm>
        </p:grpSpPr>
        <p:grpSp>
          <p:nvGrpSpPr>
            <p:cNvPr id="427" name="Google Shape;427;p19"/>
            <p:cNvGrpSpPr/>
            <p:nvPr/>
          </p:nvGrpSpPr>
          <p:grpSpPr>
            <a:xfrm rot="-9277284">
              <a:off x="8539998" y="3946147"/>
              <a:ext cx="377502" cy="372789"/>
              <a:chOff x="7734988" y="693913"/>
              <a:chExt cx="377500" cy="372788"/>
            </a:xfrm>
          </p:grpSpPr>
          <p:sp>
            <p:nvSpPr>
              <p:cNvPr id="428" name="Google Shape;428;p19"/>
              <p:cNvSpPr/>
              <p:nvPr/>
            </p:nvSpPr>
            <p:spPr>
              <a:xfrm>
                <a:off x="7758800" y="718925"/>
                <a:ext cx="333075" cy="324325"/>
              </a:xfrm>
              <a:custGeom>
                <a:rect b="b" l="l" r="r" t="t"/>
                <a:pathLst>
                  <a:path extrusionOk="0" h="12973" w="13323">
                    <a:moveTo>
                      <a:pt x="0" y="12622"/>
                    </a:moveTo>
                    <a:lnTo>
                      <a:pt x="6661" y="0"/>
                    </a:lnTo>
                    <a:lnTo>
                      <a:pt x="13323" y="12973"/>
                    </a:lnTo>
                    <a:close/>
                  </a:path>
                </a:pathLst>
              </a:custGeom>
              <a:noFill/>
              <a:ln cap="flat" cmpd="sng" w="9525">
                <a:solidFill>
                  <a:schemeClr val="l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sp>
          <p:sp>
            <p:nvSpPr>
              <p:cNvPr id="429" name="Google Shape;429;p19"/>
              <p:cNvSpPr/>
              <p:nvPr/>
            </p:nvSpPr>
            <p:spPr>
              <a:xfrm>
                <a:off x="7897438" y="693913"/>
                <a:ext cx="55800" cy="55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430" name="Google Shape;430;p19"/>
              <p:cNvSpPr/>
              <p:nvPr/>
            </p:nvSpPr>
            <p:spPr>
              <a:xfrm>
                <a:off x="7734988" y="1003025"/>
                <a:ext cx="55800" cy="55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431" name="Google Shape;431;p19"/>
              <p:cNvSpPr/>
              <p:nvPr/>
            </p:nvSpPr>
            <p:spPr>
              <a:xfrm>
                <a:off x="8056688" y="1010900"/>
                <a:ext cx="55800" cy="55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432" name="Google Shape;432;p19"/>
            <p:cNvGrpSpPr/>
            <p:nvPr/>
          </p:nvGrpSpPr>
          <p:grpSpPr>
            <a:xfrm rot="10800000">
              <a:off x="8439828" y="4426263"/>
              <a:ext cx="386400" cy="509638"/>
              <a:chOff x="6996750" y="683200"/>
              <a:chExt cx="386400" cy="509638"/>
            </a:xfrm>
          </p:grpSpPr>
          <p:sp>
            <p:nvSpPr>
              <p:cNvPr id="433" name="Google Shape;433;p19"/>
              <p:cNvSpPr/>
              <p:nvPr/>
            </p:nvSpPr>
            <p:spPr>
              <a:xfrm>
                <a:off x="7022500" y="704325"/>
                <a:ext cx="338925" cy="464550"/>
              </a:xfrm>
              <a:custGeom>
                <a:rect b="b" l="l" r="r" t="t"/>
                <a:pathLst>
                  <a:path extrusionOk="0" h="18582" w="13557">
                    <a:moveTo>
                      <a:pt x="0" y="7012"/>
                    </a:moveTo>
                    <a:lnTo>
                      <a:pt x="11103" y="0"/>
                    </a:lnTo>
                    <a:lnTo>
                      <a:pt x="13557" y="18582"/>
                    </a:lnTo>
                    <a:close/>
                  </a:path>
                </a:pathLst>
              </a:custGeom>
              <a:noFill/>
              <a:ln cap="flat" cmpd="sng" w="9525">
                <a:solidFill>
                  <a:schemeClr val="l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sp>
          <p:sp>
            <p:nvSpPr>
              <p:cNvPr id="434" name="Google Shape;434;p19"/>
              <p:cNvSpPr/>
              <p:nvPr/>
            </p:nvSpPr>
            <p:spPr>
              <a:xfrm>
                <a:off x="7271550" y="683200"/>
                <a:ext cx="55800" cy="55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435" name="Google Shape;435;p19"/>
              <p:cNvSpPr/>
              <p:nvPr/>
            </p:nvSpPr>
            <p:spPr>
              <a:xfrm>
                <a:off x="6996750" y="853188"/>
                <a:ext cx="55800" cy="55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436" name="Google Shape;436;p19"/>
              <p:cNvSpPr/>
              <p:nvPr/>
            </p:nvSpPr>
            <p:spPr>
              <a:xfrm>
                <a:off x="7327350" y="1137038"/>
                <a:ext cx="55800" cy="55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437" name="Google Shape;437;p19"/>
            <p:cNvGrpSpPr/>
            <p:nvPr/>
          </p:nvGrpSpPr>
          <p:grpSpPr>
            <a:xfrm>
              <a:off x="171705" y="280176"/>
              <a:ext cx="422121" cy="1155600"/>
              <a:chOff x="171705" y="280176"/>
              <a:chExt cx="422121" cy="1155600"/>
            </a:xfrm>
          </p:grpSpPr>
          <p:grpSp>
            <p:nvGrpSpPr>
              <p:cNvPr id="438" name="Google Shape;438;p19"/>
              <p:cNvGrpSpPr/>
              <p:nvPr/>
            </p:nvGrpSpPr>
            <p:grpSpPr>
              <a:xfrm rot="10800000">
                <a:off x="189565" y="280176"/>
                <a:ext cx="386400" cy="509638"/>
                <a:chOff x="6996750" y="683200"/>
                <a:chExt cx="386400" cy="509638"/>
              </a:xfrm>
            </p:grpSpPr>
            <p:sp>
              <p:nvSpPr>
                <p:cNvPr id="439" name="Google Shape;439;p19"/>
                <p:cNvSpPr/>
                <p:nvPr/>
              </p:nvSpPr>
              <p:spPr>
                <a:xfrm>
                  <a:off x="7022500" y="704325"/>
                  <a:ext cx="338925" cy="464550"/>
                </a:xfrm>
                <a:custGeom>
                  <a:rect b="b" l="l" r="r" t="t"/>
                  <a:pathLst>
                    <a:path extrusionOk="0" h="18582" w="13557">
                      <a:moveTo>
                        <a:pt x="0" y="7012"/>
                      </a:moveTo>
                      <a:lnTo>
                        <a:pt x="11103" y="0"/>
                      </a:lnTo>
                      <a:lnTo>
                        <a:pt x="13557" y="18582"/>
                      </a:lnTo>
                      <a:close/>
                    </a:path>
                  </a:pathLst>
                </a:custGeom>
                <a:noFill/>
                <a:ln cap="flat" cmpd="sng" w="9525">
                  <a:solidFill>
                    <a:schemeClr val="lt2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sp>
            <p:sp>
              <p:nvSpPr>
                <p:cNvPr id="440" name="Google Shape;440;p19"/>
                <p:cNvSpPr/>
                <p:nvPr/>
              </p:nvSpPr>
              <p:spPr>
                <a:xfrm>
                  <a:off x="7271550" y="683200"/>
                  <a:ext cx="55800" cy="55800"/>
                </a:xfrm>
                <a:prstGeom prst="ellipse">
                  <a:avLst/>
                </a:pr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Inter"/>
                    <a:ea typeface="Inter"/>
                    <a:cs typeface="Inter"/>
                    <a:sym typeface="Inter"/>
                  </a:endParaRPr>
                </a:p>
              </p:txBody>
            </p:sp>
            <p:sp>
              <p:nvSpPr>
                <p:cNvPr id="441" name="Google Shape;441;p19"/>
                <p:cNvSpPr/>
                <p:nvPr/>
              </p:nvSpPr>
              <p:spPr>
                <a:xfrm>
                  <a:off x="6996750" y="853188"/>
                  <a:ext cx="55800" cy="55800"/>
                </a:xfrm>
                <a:prstGeom prst="ellipse">
                  <a:avLst/>
                </a:pr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Inter"/>
                    <a:ea typeface="Inter"/>
                    <a:cs typeface="Inter"/>
                    <a:sym typeface="Inter"/>
                  </a:endParaRPr>
                </a:p>
              </p:txBody>
            </p:sp>
            <p:sp>
              <p:nvSpPr>
                <p:cNvPr id="442" name="Google Shape;442;p19"/>
                <p:cNvSpPr/>
                <p:nvPr/>
              </p:nvSpPr>
              <p:spPr>
                <a:xfrm>
                  <a:off x="7327350" y="1137038"/>
                  <a:ext cx="55800" cy="55800"/>
                </a:xfrm>
                <a:prstGeom prst="ellipse">
                  <a:avLst/>
                </a:pr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Inter"/>
                    <a:ea typeface="Inter"/>
                    <a:cs typeface="Inter"/>
                    <a:sym typeface="Inter"/>
                  </a:endParaRPr>
                </a:p>
              </p:txBody>
            </p:sp>
          </p:grpSp>
          <p:grpSp>
            <p:nvGrpSpPr>
              <p:cNvPr id="443" name="Google Shape;443;p19"/>
              <p:cNvGrpSpPr/>
              <p:nvPr/>
            </p:nvGrpSpPr>
            <p:grpSpPr>
              <a:xfrm rot="10358384">
                <a:off x="194027" y="1040368"/>
                <a:ext cx="377477" cy="372765"/>
                <a:chOff x="7734988" y="693913"/>
                <a:chExt cx="377500" cy="372788"/>
              </a:xfrm>
            </p:grpSpPr>
            <p:sp>
              <p:nvSpPr>
                <p:cNvPr id="444" name="Google Shape;444;p19"/>
                <p:cNvSpPr/>
                <p:nvPr/>
              </p:nvSpPr>
              <p:spPr>
                <a:xfrm>
                  <a:off x="7758800" y="718925"/>
                  <a:ext cx="333075" cy="324325"/>
                </a:xfrm>
                <a:custGeom>
                  <a:rect b="b" l="l" r="r" t="t"/>
                  <a:pathLst>
                    <a:path extrusionOk="0" h="12973" w="13323">
                      <a:moveTo>
                        <a:pt x="0" y="12622"/>
                      </a:moveTo>
                      <a:lnTo>
                        <a:pt x="6661" y="0"/>
                      </a:lnTo>
                      <a:lnTo>
                        <a:pt x="13323" y="12973"/>
                      </a:lnTo>
                      <a:close/>
                    </a:path>
                  </a:pathLst>
                </a:custGeom>
                <a:noFill/>
                <a:ln cap="flat" cmpd="sng" w="9525">
                  <a:solidFill>
                    <a:schemeClr val="lt2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sp>
            <p:sp>
              <p:nvSpPr>
                <p:cNvPr id="445" name="Google Shape;445;p19"/>
                <p:cNvSpPr/>
                <p:nvPr/>
              </p:nvSpPr>
              <p:spPr>
                <a:xfrm>
                  <a:off x="7897438" y="693913"/>
                  <a:ext cx="55800" cy="55800"/>
                </a:xfrm>
                <a:prstGeom prst="ellipse">
                  <a:avLst/>
                </a:pr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Inter"/>
                    <a:ea typeface="Inter"/>
                    <a:cs typeface="Inter"/>
                    <a:sym typeface="Inter"/>
                  </a:endParaRPr>
                </a:p>
              </p:txBody>
            </p:sp>
            <p:sp>
              <p:nvSpPr>
                <p:cNvPr id="446" name="Google Shape;446;p19"/>
                <p:cNvSpPr/>
                <p:nvPr/>
              </p:nvSpPr>
              <p:spPr>
                <a:xfrm>
                  <a:off x="7734988" y="1003025"/>
                  <a:ext cx="55800" cy="55800"/>
                </a:xfrm>
                <a:prstGeom prst="ellipse">
                  <a:avLst/>
                </a:pr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Inter"/>
                    <a:ea typeface="Inter"/>
                    <a:cs typeface="Inter"/>
                    <a:sym typeface="Inter"/>
                  </a:endParaRPr>
                </a:p>
              </p:txBody>
            </p:sp>
            <p:sp>
              <p:nvSpPr>
                <p:cNvPr id="447" name="Google Shape;447;p19"/>
                <p:cNvSpPr/>
                <p:nvPr/>
              </p:nvSpPr>
              <p:spPr>
                <a:xfrm>
                  <a:off x="8056688" y="1010900"/>
                  <a:ext cx="55800" cy="55800"/>
                </a:xfrm>
                <a:prstGeom prst="ellipse">
                  <a:avLst/>
                </a:pr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Inter"/>
                    <a:ea typeface="Inter"/>
                    <a:cs typeface="Inter"/>
                    <a:sym typeface="Inter"/>
                  </a:endParaRPr>
                </a:p>
              </p:txBody>
            </p:sp>
          </p:grpSp>
        </p:grpSp>
      </p:grpSp>
      <p:sp>
        <p:nvSpPr>
          <p:cNvPr id="448" name="Google Shape;448;p19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">
  <p:cSld name="BLANK_1_1_1_1">
    <p:spTree>
      <p:nvGrpSpPr>
        <p:cNvPr id="449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50" name="Google Shape;450;p20"/>
          <p:cNvGrpSpPr/>
          <p:nvPr/>
        </p:nvGrpSpPr>
        <p:grpSpPr>
          <a:xfrm>
            <a:off x="0" y="4375300"/>
            <a:ext cx="9144003" cy="768200"/>
            <a:chOff x="0" y="4375300"/>
            <a:chExt cx="9144003" cy="768200"/>
          </a:xfrm>
        </p:grpSpPr>
        <p:pic>
          <p:nvPicPr>
            <p:cNvPr id="451" name="Google Shape;451;p20"/>
            <p:cNvPicPr preferRelativeResize="0"/>
            <p:nvPr/>
          </p:nvPicPr>
          <p:blipFill rotWithShape="1">
            <a:blip r:embed="rId2">
              <a:alphaModFix/>
            </a:blip>
            <a:srcRect b="-24262" l="17266" r="18335" t="116438"/>
            <a:stretch/>
          </p:blipFill>
          <p:spPr>
            <a:xfrm>
              <a:off x="0" y="4403075"/>
              <a:ext cx="9144003" cy="74042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52" name="Google Shape;452;p20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 flipH="1" rot="-5400000">
              <a:off x="4180475" y="194825"/>
              <a:ext cx="768200" cy="912915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453" name="Google Shape;453;p20"/>
          <p:cNvGrpSpPr/>
          <p:nvPr/>
        </p:nvGrpSpPr>
        <p:grpSpPr>
          <a:xfrm>
            <a:off x="106386" y="267325"/>
            <a:ext cx="8785364" cy="4750270"/>
            <a:chOff x="106386" y="267325"/>
            <a:chExt cx="8785364" cy="4750270"/>
          </a:xfrm>
        </p:grpSpPr>
        <p:grpSp>
          <p:nvGrpSpPr>
            <p:cNvPr id="454" name="Google Shape;454;p20"/>
            <p:cNvGrpSpPr/>
            <p:nvPr/>
          </p:nvGrpSpPr>
          <p:grpSpPr>
            <a:xfrm>
              <a:off x="8416700" y="267325"/>
              <a:ext cx="475050" cy="409925"/>
              <a:chOff x="3522825" y="751550"/>
              <a:chExt cx="475050" cy="409925"/>
            </a:xfrm>
          </p:grpSpPr>
          <p:sp>
            <p:nvSpPr>
              <p:cNvPr id="455" name="Google Shape;455;p20"/>
              <p:cNvSpPr/>
              <p:nvPr/>
            </p:nvSpPr>
            <p:spPr>
              <a:xfrm>
                <a:off x="3542125" y="769150"/>
                <a:ext cx="433250" cy="367100"/>
              </a:xfrm>
              <a:custGeom>
                <a:rect b="b" l="l" r="r" t="t"/>
                <a:pathLst>
                  <a:path extrusionOk="0" h="14684" w="17330">
                    <a:moveTo>
                      <a:pt x="0" y="0"/>
                    </a:moveTo>
                    <a:lnTo>
                      <a:pt x="17330" y="9128"/>
                    </a:lnTo>
                    <a:lnTo>
                      <a:pt x="9789" y="14684"/>
                    </a:lnTo>
                    <a:close/>
                  </a:path>
                </a:pathLst>
              </a:custGeom>
              <a:noFill/>
              <a:ln cap="flat" cmpd="sng" w="9525">
                <a:solidFill>
                  <a:schemeClr val="l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sp>
          <p:sp>
            <p:nvSpPr>
              <p:cNvPr id="456" name="Google Shape;456;p20"/>
              <p:cNvSpPr/>
              <p:nvPr/>
            </p:nvSpPr>
            <p:spPr>
              <a:xfrm>
                <a:off x="3522825" y="751550"/>
                <a:ext cx="55800" cy="55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457" name="Google Shape;457;p20"/>
              <p:cNvSpPr/>
              <p:nvPr/>
            </p:nvSpPr>
            <p:spPr>
              <a:xfrm>
                <a:off x="3942075" y="971350"/>
                <a:ext cx="55800" cy="55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458" name="Google Shape;458;p20"/>
              <p:cNvSpPr/>
              <p:nvPr/>
            </p:nvSpPr>
            <p:spPr>
              <a:xfrm>
                <a:off x="3754825" y="1105675"/>
                <a:ext cx="55800" cy="55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459" name="Google Shape;459;p20"/>
            <p:cNvGrpSpPr/>
            <p:nvPr/>
          </p:nvGrpSpPr>
          <p:grpSpPr>
            <a:xfrm rot="-2156638">
              <a:off x="219177" y="4443064"/>
              <a:ext cx="386404" cy="509643"/>
              <a:chOff x="6996750" y="683200"/>
              <a:chExt cx="386400" cy="509638"/>
            </a:xfrm>
          </p:grpSpPr>
          <p:sp>
            <p:nvSpPr>
              <p:cNvPr id="460" name="Google Shape;460;p20"/>
              <p:cNvSpPr/>
              <p:nvPr/>
            </p:nvSpPr>
            <p:spPr>
              <a:xfrm>
                <a:off x="7022500" y="704325"/>
                <a:ext cx="338925" cy="464550"/>
              </a:xfrm>
              <a:custGeom>
                <a:rect b="b" l="l" r="r" t="t"/>
                <a:pathLst>
                  <a:path extrusionOk="0" h="18582" w="13557">
                    <a:moveTo>
                      <a:pt x="0" y="7012"/>
                    </a:moveTo>
                    <a:lnTo>
                      <a:pt x="11103" y="0"/>
                    </a:lnTo>
                    <a:lnTo>
                      <a:pt x="13557" y="18582"/>
                    </a:lnTo>
                    <a:close/>
                  </a:path>
                </a:pathLst>
              </a:custGeom>
              <a:noFill/>
              <a:ln cap="flat" cmpd="sng" w="9525">
                <a:solidFill>
                  <a:schemeClr val="l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sp>
          <p:sp>
            <p:nvSpPr>
              <p:cNvPr id="461" name="Google Shape;461;p20"/>
              <p:cNvSpPr/>
              <p:nvPr/>
            </p:nvSpPr>
            <p:spPr>
              <a:xfrm>
                <a:off x="7271550" y="683200"/>
                <a:ext cx="55800" cy="55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462" name="Google Shape;462;p20"/>
              <p:cNvSpPr/>
              <p:nvPr/>
            </p:nvSpPr>
            <p:spPr>
              <a:xfrm>
                <a:off x="6996750" y="853188"/>
                <a:ext cx="55800" cy="55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463" name="Google Shape;463;p20"/>
              <p:cNvSpPr/>
              <p:nvPr/>
            </p:nvSpPr>
            <p:spPr>
              <a:xfrm>
                <a:off x="7327350" y="1137038"/>
                <a:ext cx="55800" cy="55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464" name="Google Shape;464;p20"/>
            <p:cNvGrpSpPr/>
            <p:nvPr/>
          </p:nvGrpSpPr>
          <p:grpSpPr>
            <a:xfrm rot="1522716">
              <a:off x="223603" y="3856577"/>
              <a:ext cx="377502" cy="372789"/>
              <a:chOff x="7734988" y="693913"/>
              <a:chExt cx="377500" cy="372788"/>
            </a:xfrm>
          </p:grpSpPr>
          <p:sp>
            <p:nvSpPr>
              <p:cNvPr id="465" name="Google Shape;465;p20"/>
              <p:cNvSpPr/>
              <p:nvPr/>
            </p:nvSpPr>
            <p:spPr>
              <a:xfrm>
                <a:off x="7758800" y="718925"/>
                <a:ext cx="333075" cy="324325"/>
              </a:xfrm>
              <a:custGeom>
                <a:rect b="b" l="l" r="r" t="t"/>
                <a:pathLst>
                  <a:path extrusionOk="0" h="12973" w="13323">
                    <a:moveTo>
                      <a:pt x="0" y="12622"/>
                    </a:moveTo>
                    <a:lnTo>
                      <a:pt x="6661" y="0"/>
                    </a:lnTo>
                    <a:lnTo>
                      <a:pt x="13323" y="12973"/>
                    </a:lnTo>
                    <a:close/>
                  </a:path>
                </a:pathLst>
              </a:custGeom>
              <a:noFill/>
              <a:ln cap="flat" cmpd="sng" w="9525">
                <a:solidFill>
                  <a:schemeClr val="l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sp>
          <p:sp>
            <p:nvSpPr>
              <p:cNvPr id="466" name="Google Shape;466;p20"/>
              <p:cNvSpPr/>
              <p:nvPr/>
            </p:nvSpPr>
            <p:spPr>
              <a:xfrm>
                <a:off x="7897438" y="693913"/>
                <a:ext cx="55800" cy="55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467" name="Google Shape;467;p20"/>
              <p:cNvSpPr/>
              <p:nvPr/>
            </p:nvSpPr>
            <p:spPr>
              <a:xfrm>
                <a:off x="7734988" y="1003025"/>
                <a:ext cx="55800" cy="55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468" name="Google Shape;468;p20"/>
              <p:cNvSpPr/>
              <p:nvPr/>
            </p:nvSpPr>
            <p:spPr>
              <a:xfrm>
                <a:off x="8056688" y="1010900"/>
                <a:ext cx="55800" cy="55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469" name="Google Shape;469;p20"/>
            <p:cNvGrpSpPr/>
            <p:nvPr/>
          </p:nvGrpSpPr>
          <p:grpSpPr>
            <a:xfrm>
              <a:off x="8461025" y="935525"/>
              <a:ext cx="386400" cy="509638"/>
              <a:chOff x="6996750" y="683200"/>
              <a:chExt cx="386400" cy="509638"/>
            </a:xfrm>
          </p:grpSpPr>
          <p:sp>
            <p:nvSpPr>
              <p:cNvPr id="470" name="Google Shape;470;p20"/>
              <p:cNvSpPr/>
              <p:nvPr/>
            </p:nvSpPr>
            <p:spPr>
              <a:xfrm>
                <a:off x="7022500" y="704325"/>
                <a:ext cx="338925" cy="464550"/>
              </a:xfrm>
              <a:custGeom>
                <a:rect b="b" l="l" r="r" t="t"/>
                <a:pathLst>
                  <a:path extrusionOk="0" h="18582" w="13557">
                    <a:moveTo>
                      <a:pt x="0" y="7012"/>
                    </a:moveTo>
                    <a:lnTo>
                      <a:pt x="11103" y="0"/>
                    </a:lnTo>
                    <a:lnTo>
                      <a:pt x="13557" y="18582"/>
                    </a:lnTo>
                    <a:close/>
                  </a:path>
                </a:pathLst>
              </a:custGeom>
              <a:noFill/>
              <a:ln cap="flat" cmpd="sng" w="9525">
                <a:solidFill>
                  <a:schemeClr val="l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sp>
          <p:sp>
            <p:nvSpPr>
              <p:cNvPr id="471" name="Google Shape;471;p20"/>
              <p:cNvSpPr/>
              <p:nvPr/>
            </p:nvSpPr>
            <p:spPr>
              <a:xfrm>
                <a:off x="7271550" y="683200"/>
                <a:ext cx="55800" cy="55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472" name="Google Shape;472;p20"/>
              <p:cNvSpPr/>
              <p:nvPr/>
            </p:nvSpPr>
            <p:spPr>
              <a:xfrm>
                <a:off x="6996750" y="853188"/>
                <a:ext cx="55800" cy="55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473" name="Google Shape;473;p20"/>
              <p:cNvSpPr/>
              <p:nvPr/>
            </p:nvSpPr>
            <p:spPr>
              <a:xfrm>
                <a:off x="7327350" y="1137038"/>
                <a:ext cx="55800" cy="55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  <p:sp>
        <p:nvSpPr>
          <p:cNvPr id="474" name="Google Shape;474;p20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475" name="Google Shape;475;p20"/>
          <p:cNvSpPr txBox="1"/>
          <p:nvPr>
            <p:ph idx="1" type="subTitle"/>
          </p:nvPr>
        </p:nvSpPr>
        <p:spPr>
          <a:xfrm>
            <a:off x="1155796" y="1326475"/>
            <a:ext cx="2973900" cy="5037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Ubuntu"/>
              <a:buNone/>
              <a:defRPr b="1" sz="18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Ubuntu"/>
              <a:buNone/>
              <a:defRPr sz="2400">
                <a:solidFill>
                  <a:schemeClr val="dk1"/>
                </a:solidFill>
                <a:latin typeface="Ubuntu"/>
                <a:ea typeface="Ubuntu"/>
                <a:cs typeface="Ubuntu"/>
                <a:sym typeface="Ubuntu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Ubuntu"/>
              <a:buNone/>
              <a:defRPr sz="2400">
                <a:solidFill>
                  <a:schemeClr val="dk1"/>
                </a:solidFill>
                <a:latin typeface="Ubuntu"/>
                <a:ea typeface="Ubuntu"/>
                <a:cs typeface="Ubuntu"/>
                <a:sym typeface="Ubuntu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Ubuntu"/>
              <a:buNone/>
              <a:defRPr sz="2400">
                <a:solidFill>
                  <a:schemeClr val="dk1"/>
                </a:solidFill>
                <a:latin typeface="Ubuntu"/>
                <a:ea typeface="Ubuntu"/>
                <a:cs typeface="Ubuntu"/>
                <a:sym typeface="Ubuntu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Ubuntu"/>
              <a:buNone/>
              <a:defRPr sz="2400">
                <a:solidFill>
                  <a:schemeClr val="dk1"/>
                </a:solidFill>
                <a:latin typeface="Ubuntu"/>
                <a:ea typeface="Ubuntu"/>
                <a:cs typeface="Ubuntu"/>
                <a:sym typeface="Ubuntu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Ubuntu"/>
              <a:buNone/>
              <a:defRPr sz="2400">
                <a:solidFill>
                  <a:schemeClr val="dk1"/>
                </a:solidFill>
                <a:latin typeface="Ubuntu"/>
                <a:ea typeface="Ubuntu"/>
                <a:cs typeface="Ubuntu"/>
                <a:sym typeface="Ubuntu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Ubuntu"/>
              <a:buNone/>
              <a:defRPr sz="2400">
                <a:solidFill>
                  <a:schemeClr val="dk1"/>
                </a:solidFill>
                <a:latin typeface="Ubuntu"/>
                <a:ea typeface="Ubuntu"/>
                <a:cs typeface="Ubuntu"/>
                <a:sym typeface="Ubuntu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Ubuntu"/>
              <a:buNone/>
              <a:defRPr sz="2400">
                <a:solidFill>
                  <a:schemeClr val="dk1"/>
                </a:solidFill>
                <a:latin typeface="Ubuntu"/>
                <a:ea typeface="Ubuntu"/>
                <a:cs typeface="Ubuntu"/>
                <a:sym typeface="Ubuntu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Ubuntu"/>
              <a:buNone/>
              <a:defRPr sz="2400">
                <a:solidFill>
                  <a:schemeClr val="dk1"/>
                </a:solidFill>
                <a:latin typeface="Ubuntu"/>
                <a:ea typeface="Ubuntu"/>
                <a:cs typeface="Ubuntu"/>
                <a:sym typeface="Ubuntu"/>
              </a:defRPr>
            </a:lvl9pPr>
          </a:lstStyle>
          <a:p/>
        </p:txBody>
      </p:sp>
      <p:sp>
        <p:nvSpPr>
          <p:cNvPr id="476" name="Google Shape;476;p20"/>
          <p:cNvSpPr txBox="1"/>
          <p:nvPr>
            <p:ph idx="2" type="subTitle"/>
          </p:nvPr>
        </p:nvSpPr>
        <p:spPr>
          <a:xfrm>
            <a:off x="1155796" y="1830241"/>
            <a:ext cx="2973900" cy="8844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477" name="Google Shape;477;p20"/>
          <p:cNvSpPr txBox="1"/>
          <p:nvPr>
            <p:ph idx="3" type="subTitle"/>
          </p:nvPr>
        </p:nvSpPr>
        <p:spPr>
          <a:xfrm>
            <a:off x="5014304" y="2268199"/>
            <a:ext cx="2973900" cy="8844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478" name="Google Shape;478;p20"/>
          <p:cNvSpPr txBox="1"/>
          <p:nvPr>
            <p:ph idx="4" type="subTitle"/>
          </p:nvPr>
        </p:nvSpPr>
        <p:spPr>
          <a:xfrm>
            <a:off x="1155796" y="3286006"/>
            <a:ext cx="2973900" cy="8844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479" name="Google Shape;479;p20"/>
          <p:cNvSpPr txBox="1"/>
          <p:nvPr>
            <p:ph idx="5" type="subTitle"/>
          </p:nvPr>
        </p:nvSpPr>
        <p:spPr>
          <a:xfrm>
            <a:off x="5014304" y="3723963"/>
            <a:ext cx="2973900" cy="8844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480" name="Google Shape;480;p20"/>
          <p:cNvSpPr txBox="1"/>
          <p:nvPr>
            <p:ph idx="6" type="subTitle"/>
          </p:nvPr>
        </p:nvSpPr>
        <p:spPr>
          <a:xfrm>
            <a:off x="1155796" y="2782239"/>
            <a:ext cx="2973900" cy="5037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Ubuntu"/>
              <a:buNone/>
              <a:defRPr b="1" sz="18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Ubuntu"/>
              <a:buNone/>
              <a:defRPr sz="2400">
                <a:solidFill>
                  <a:schemeClr val="dk1"/>
                </a:solidFill>
                <a:latin typeface="Ubuntu"/>
                <a:ea typeface="Ubuntu"/>
                <a:cs typeface="Ubuntu"/>
                <a:sym typeface="Ubuntu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Ubuntu"/>
              <a:buNone/>
              <a:defRPr sz="2400">
                <a:solidFill>
                  <a:schemeClr val="dk1"/>
                </a:solidFill>
                <a:latin typeface="Ubuntu"/>
                <a:ea typeface="Ubuntu"/>
                <a:cs typeface="Ubuntu"/>
                <a:sym typeface="Ubuntu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Ubuntu"/>
              <a:buNone/>
              <a:defRPr sz="2400">
                <a:solidFill>
                  <a:schemeClr val="dk1"/>
                </a:solidFill>
                <a:latin typeface="Ubuntu"/>
                <a:ea typeface="Ubuntu"/>
                <a:cs typeface="Ubuntu"/>
                <a:sym typeface="Ubuntu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Ubuntu"/>
              <a:buNone/>
              <a:defRPr sz="2400">
                <a:solidFill>
                  <a:schemeClr val="dk1"/>
                </a:solidFill>
                <a:latin typeface="Ubuntu"/>
                <a:ea typeface="Ubuntu"/>
                <a:cs typeface="Ubuntu"/>
                <a:sym typeface="Ubuntu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Ubuntu"/>
              <a:buNone/>
              <a:defRPr sz="2400">
                <a:solidFill>
                  <a:schemeClr val="dk1"/>
                </a:solidFill>
                <a:latin typeface="Ubuntu"/>
                <a:ea typeface="Ubuntu"/>
                <a:cs typeface="Ubuntu"/>
                <a:sym typeface="Ubuntu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Ubuntu"/>
              <a:buNone/>
              <a:defRPr sz="2400">
                <a:solidFill>
                  <a:schemeClr val="dk1"/>
                </a:solidFill>
                <a:latin typeface="Ubuntu"/>
                <a:ea typeface="Ubuntu"/>
                <a:cs typeface="Ubuntu"/>
                <a:sym typeface="Ubuntu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Ubuntu"/>
              <a:buNone/>
              <a:defRPr sz="2400">
                <a:solidFill>
                  <a:schemeClr val="dk1"/>
                </a:solidFill>
                <a:latin typeface="Ubuntu"/>
                <a:ea typeface="Ubuntu"/>
                <a:cs typeface="Ubuntu"/>
                <a:sym typeface="Ubuntu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Ubuntu"/>
              <a:buNone/>
              <a:defRPr sz="2400">
                <a:solidFill>
                  <a:schemeClr val="dk1"/>
                </a:solidFill>
                <a:latin typeface="Ubuntu"/>
                <a:ea typeface="Ubuntu"/>
                <a:cs typeface="Ubuntu"/>
                <a:sym typeface="Ubuntu"/>
              </a:defRPr>
            </a:lvl9pPr>
          </a:lstStyle>
          <a:p/>
        </p:txBody>
      </p:sp>
      <p:sp>
        <p:nvSpPr>
          <p:cNvPr id="481" name="Google Shape;481;p20"/>
          <p:cNvSpPr txBox="1"/>
          <p:nvPr>
            <p:ph idx="7" type="subTitle"/>
          </p:nvPr>
        </p:nvSpPr>
        <p:spPr>
          <a:xfrm>
            <a:off x="5014304" y="1764433"/>
            <a:ext cx="2973900" cy="5037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Ubuntu"/>
              <a:buNone/>
              <a:defRPr b="1" sz="18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Ubuntu"/>
              <a:buNone/>
              <a:defRPr sz="2400">
                <a:solidFill>
                  <a:schemeClr val="dk1"/>
                </a:solidFill>
                <a:latin typeface="Ubuntu"/>
                <a:ea typeface="Ubuntu"/>
                <a:cs typeface="Ubuntu"/>
                <a:sym typeface="Ubuntu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Ubuntu"/>
              <a:buNone/>
              <a:defRPr sz="2400">
                <a:solidFill>
                  <a:schemeClr val="dk1"/>
                </a:solidFill>
                <a:latin typeface="Ubuntu"/>
                <a:ea typeface="Ubuntu"/>
                <a:cs typeface="Ubuntu"/>
                <a:sym typeface="Ubuntu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Ubuntu"/>
              <a:buNone/>
              <a:defRPr sz="2400">
                <a:solidFill>
                  <a:schemeClr val="dk1"/>
                </a:solidFill>
                <a:latin typeface="Ubuntu"/>
                <a:ea typeface="Ubuntu"/>
                <a:cs typeface="Ubuntu"/>
                <a:sym typeface="Ubuntu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Ubuntu"/>
              <a:buNone/>
              <a:defRPr sz="2400">
                <a:solidFill>
                  <a:schemeClr val="dk1"/>
                </a:solidFill>
                <a:latin typeface="Ubuntu"/>
                <a:ea typeface="Ubuntu"/>
                <a:cs typeface="Ubuntu"/>
                <a:sym typeface="Ubuntu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Ubuntu"/>
              <a:buNone/>
              <a:defRPr sz="2400">
                <a:solidFill>
                  <a:schemeClr val="dk1"/>
                </a:solidFill>
                <a:latin typeface="Ubuntu"/>
                <a:ea typeface="Ubuntu"/>
                <a:cs typeface="Ubuntu"/>
                <a:sym typeface="Ubuntu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Ubuntu"/>
              <a:buNone/>
              <a:defRPr sz="2400">
                <a:solidFill>
                  <a:schemeClr val="dk1"/>
                </a:solidFill>
                <a:latin typeface="Ubuntu"/>
                <a:ea typeface="Ubuntu"/>
                <a:cs typeface="Ubuntu"/>
                <a:sym typeface="Ubuntu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Ubuntu"/>
              <a:buNone/>
              <a:defRPr sz="2400">
                <a:solidFill>
                  <a:schemeClr val="dk1"/>
                </a:solidFill>
                <a:latin typeface="Ubuntu"/>
                <a:ea typeface="Ubuntu"/>
                <a:cs typeface="Ubuntu"/>
                <a:sym typeface="Ubuntu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Ubuntu"/>
              <a:buNone/>
              <a:defRPr sz="2400">
                <a:solidFill>
                  <a:schemeClr val="dk1"/>
                </a:solidFill>
                <a:latin typeface="Ubuntu"/>
                <a:ea typeface="Ubuntu"/>
                <a:cs typeface="Ubuntu"/>
                <a:sym typeface="Ubuntu"/>
              </a:defRPr>
            </a:lvl9pPr>
          </a:lstStyle>
          <a:p/>
        </p:txBody>
      </p:sp>
      <p:sp>
        <p:nvSpPr>
          <p:cNvPr id="482" name="Google Shape;482;p20"/>
          <p:cNvSpPr txBox="1"/>
          <p:nvPr>
            <p:ph idx="8" type="subTitle"/>
          </p:nvPr>
        </p:nvSpPr>
        <p:spPr>
          <a:xfrm>
            <a:off x="5014304" y="3220197"/>
            <a:ext cx="2973900" cy="5037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Ubuntu"/>
              <a:buNone/>
              <a:defRPr b="1" sz="18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Ubuntu"/>
              <a:buNone/>
              <a:defRPr sz="2400">
                <a:solidFill>
                  <a:schemeClr val="dk1"/>
                </a:solidFill>
                <a:latin typeface="Ubuntu"/>
                <a:ea typeface="Ubuntu"/>
                <a:cs typeface="Ubuntu"/>
                <a:sym typeface="Ubuntu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Ubuntu"/>
              <a:buNone/>
              <a:defRPr sz="2400">
                <a:solidFill>
                  <a:schemeClr val="dk1"/>
                </a:solidFill>
                <a:latin typeface="Ubuntu"/>
                <a:ea typeface="Ubuntu"/>
                <a:cs typeface="Ubuntu"/>
                <a:sym typeface="Ubuntu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Ubuntu"/>
              <a:buNone/>
              <a:defRPr sz="2400">
                <a:solidFill>
                  <a:schemeClr val="dk1"/>
                </a:solidFill>
                <a:latin typeface="Ubuntu"/>
                <a:ea typeface="Ubuntu"/>
                <a:cs typeface="Ubuntu"/>
                <a:sym typeface="Ubuntu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Ubuntu"/>
              <a:buNone/>
              <a:defRPr sz="2400">
                <a:solidFill>
                  <a:schemeClr val="dk1"/>
                </a:solidFill>
                <a:latin typeface="Ubuntu"/>
                <a:ea typeface="Ubuntu"/>
                <a:cs typeface="Ubuntu"/>
                <a:sym typeface="Ubuntu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Ubuntu"/>
              <a:buNone/>
              <a:defRPr sz="2400">
                <a:solidFill>
                  <a:schemeClr val="dk1"/>
                </a:solidFill>
                <a:latin typeface="Ubuntu"/>
                <a:ea typeface="Ubuntu"/>
                <a:cs typeface="Ubuntu"/>
                <a:sym typeface="Ubuntu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Ubuntu"/>
              <a:buNone/>
              <a:defRPr sz="2400">
                <a:solidFill>
                  <a:schemeClr val="dk1"/>
                </a:solidFill>
                <a:latin typeface="Ubuntu"/>
                <a:ea typeface="Ubuntu"/>
                <a:cs typeface="Ubuntu"/>
                <a:sym typeface="Ubuntu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Ubuntu"/>
              <a:buNone/>
              <a:defRPr sz="2400">
                <a:solidFill>
                  <a:schemeClr val="dk1"/>
                </a:solidFill>
                <a:latin typeface="Ubuntu"/>
                <a:ea typeface="Ubuntu"/>
                <a:cs typeface="Ubuntu"/>
                <a:sym typeface="Ubuntu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Ubuntu"/>
              <a:buNone/>
              <a:defRPr sz="2400">
                <a:solidFill>
                  <a:schemeClr val="dk1"/>
                </a:solidFill>
                <a:latin typeface="Ubuntu"/>
                <a:ea typeface="Ubuntu"/>
                <a:cs typeface="Ubuntu"/>
                <a:sym typeface="Ubuntu"/>
              </a:defRPr>
            </a:lvl9pPr>
          </a:lstStyle>
          <a:p/>
        </p:txBody>
      </p:sp>
      <p:sp>
        <p:nvSpPr>
          <p:cNvPr id="483" name="Google Shape;483;p20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">
  <p:cSld name="CUSTOM_7">
    <p:spTree>
      <p:nvGrpSpPr>
        <p:cNvPr id="484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p21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486" name="Google Shape;486;p21"/>
          <p:cNvSpPr txBox="1"/>
          <p:nvPr>
            <p:ph idx="1" type="subTitle"/>
          </p:nvPr>
        </p:nvSpPr>
        <p:spPr>
          <a:xfrm>
            <a:off x="720000" y="1710158"/>
            <a:ext cx="2102100" cy="103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487" name="Google Shape;487;p21"/>
          <p:cNvSpPr txBox="1"/>
          <p:nvPr>
            <p:ph idx="2" type="subTitle"/>
          </p:nvPr>
        </p:nvSpPr>
        <p:spPr>
          <a:xfrm>
            <a:off x="3522950" y="1710150"/>
            <a:ext cx="2103000" cy="103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488" name="Google Shape;488;p21"/>
          <p:cNvSpPr txBox="1"/>
          <p:nvPr>
            <p:ph idx="3" type="subTitle"/>
          </p:nvPr>
        </p:nvSpPr>
        <p:spPr>
          <a:xfrm>
            <a:off x="720000" y="3351800"/>
            <a:ext cx="2103000" cy="103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489" name="Google Shape;489;p21"/>
          <p:cNvSpPr txBox="1"/>
          <p:nvPr>
            <p:ph idx="4" type="subTitle"/>
          </p:nvPr>
        </p:nvSpPr>
        <p:spPr>
          <a:xfrm>
            <a:off x="3522950" y="3351800"/>
            <a:ext cx="2103000" cy="103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490" name="Google Shape;490;p21"/>
          <p:cNvSpPr txBox="1"/>
          <p:nvPr>
            <p:ph idx="5" type="subTitle"/>
          </p:nvPr>
        </p:nvSpPr>
        <p:spPr>
          <a:xfrm>
            <a:off x="6325900" y="1710150"/>
            <a:ext cx="2103000" cy="103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491" name="Google Shape;491;p21"/>
          <p:cNvSpPr txBox="1"/>
          <p:nvPr>
            <p:ph idx="6" type="subTitle"/>
          </p:nvPr>
        </p:nvSpPr>
        <p:spPr>
          <a:xfrm>
            <a:off x="6325900" y="3351800"/>
            <a:ext cx="2103000" cy="103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492" name="Google Shape;492;p21"/>
          <p:cNvSpPr txBox="1"/>
          <p:nvPr>
            <p:ph idx="7" type="subTitle"/>
          </p:nvPr>
        </p:nvSpPr>
        <p:spPr>
          <a:xfrm>
            <a:off x="720000" y="1336275"/>
            <a:ext cx="2103000" cy="37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Ubuntu"/>
              <a:buNone/>
              <a:defRPr b="1" sz="18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Ubuntu"/>
              <a:buNone/>
              <a:defRPr sz="2400">
                <a:latin typeface="Ubuntu"/>
                <a:ea typeface="Ubuntu"/>
                <a:cs typeface="Ubuntu"/>
                <a:sym typeface="Ubuntu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Ubuntu"/>
              <a:buNone/>
              <a:defRPr sz="2400">
                <a:latin typeface="Ubuntu"/>
                <a:ea typeface="Ubuntu"/>
                <a:cs typeface="Ubuntu"/>
                <a:sym typeface="Ubuntu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Ubuntu"/>
              <a:buNone/>
              <a:defRPr sz="2400">
                <a:latin typeface="Ubuntu"/>
                <a:ea typeface="Ubuntu"/>
                <a:cs typeface="Ubuntu"/>
                <a:sym typeface="Ubuntu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Ubuntu"/>
              <a:buNone/>
              <a:defRPr sz="2400">
                <a:latin typeface="Ubuntu"/>
                <a:ea typeface="Ubuntu"/>
                <a:cs typeface="Ubuntu"/>
                <a:sym typeface="Ubuntu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Ubuntu"/>
              <a:buNone/>
              <a:defRPr sz="2400">
                <a:latin typeface="Ubuntu"/>
                <a:ea typeface="Ubuntu"/>
                <a:cs typeface="Ubuntu"/>
                <a:sym typeface="Ubuntu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Ubuntu"/>
              <a:buNone/>
              <a:defRPr sz="2400">
                <a:latin typeface="Ubuntu"/>
                <a:ea typeface="Ubuntu"/>
                <a:cs typeface="Ubuntu"/>
                <a:sym typeface="Ubuntu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Ubuntu"/>
              <a:buNone/>
              <a:defRPr sz="2400">
                <a:latin typeface="Ubuntu"/>
                <a:ea typeface="Ubuntu"/>
                <a:cs typeface="Ubuntu"/>
                <a:sym typeface="Ubuntu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Ubuntu"/>
              <a:buNone/>
              <a:defRPr sz="2400">
                <a:latin typeface="Ubuntu"/>
                <a:ea typeface="Ubuntu"/>
                <a:cs typeface="Ubuntu"/>
                <a:sym typeface="Ubuntu"/>
              </a:defRPr>
            </a:lvl9pPr>
          </a:lstStyle>
          <a:p/>
        </p:txBody>
      </p:sp>
      <p:sp>
        <p:nvSpPr>
          <p:cNvPr id="493" name="Google Shape;493;p21"/>
          <p:cNvSpPr txBox="1"/>
          <p:nvPr>
            <p:ph idx="8" type="subTitle"/>
          </p:nvPr>
        </p:nvSpPr>
        <p:spPr>
          <a:xfrm>
            <a:off x="3522950" y="1336275"/>
            <a:ext cx="2103000" cy="37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Ubuntu"/>
              <a:buNone/>
              <a:defRPr b="1" sz="18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Ubuntu"/>
              <a:buNone/>
              <a:defRPr sz="2400">
                <a:latin typeface="Ubuntu"/>
                <a:ea typeface="Ubuntu"/>
                <a:cs typeface="Ubuntu"/>
                <a:sym typeface="Ubuntu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Ubuntu"/>
              <a:buNone/>
              <a:defRPr sz="2400">
                <a:latin typeface="Ubuntu"/>
                <a:ea typeface="Ubuntu"/>
                <a:cs typeface="Ubuntu"/>
                <a:sym typeface="Ubuntu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Ubuntu"/>
              <a:buNone/>
              <a:defRPr sz="2400">
                <a:latin typeface="Ubuntu"/>
                <a:ea typeface="Ubuntu"/>
                <a:cs typeface="Ubuntu"/>
                <a:sym typeface="Ubuntu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Ubuntu"/>
              <a:buNone/>
              <a:defRPr sz="2400">
                <a:latin typeface="Ubuntu"/>
                <a:ea typeface="Ubuntu"/>
                <a:cs typeface="Ubuntu"/>
                <a:sym typeface="Ubuntu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Ubuntu"/>
              <a:buNone/>
              <a:defRPr sz="2400">
                <a:latin typeface="Ubuntu"/>
                <a:ea typeface="Ubuntu"/>
                <a:cs typeface="Ubuntu"/>
                <a:sym typeface="Ubuntu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Ubuntu"/>
              <a:buNone/>
              <a:defRPr sz="2400">
                <a:latin typeface="Ubuntu"/>
                <a:ea typeface="Ubuntu"/>
                <a:cs typeface="Ubuntu"/>
                <a:sym typeface="Ubuntu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Ubuntu"/>
              <a:buNone/>
              <a:defRPr sz="2400">
                <a:latin typeface="Ubuntu"/>
                <a:ea typeface="Ubuntu"/>
                <a:cs typeface="Ubuntu"/>
                <a:sym typeface="Ubuntu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Ubuntu"/>
              <a:buNone/>
              <a:defRPr sz="2400">
                <a:latin typeface="Ubuntu"/>
                <a:ea typeface="Ubuntu"/>
                <a:cs typeface="Ubuntu"/>
                <a:sym typeface="Ubuntu"/>
              </a:defRPr>
            </a:lvl9pPr>
          </a:lstStyle>
          <a:p/>
        </p:txBody>
      </p:sp>
      <p:sp>
        <p:nvSpPr>
          <p:cNvPr id="494" name="Google Shape;494;p21"/>
          <p:cNvSpPr txBox="1"/>
          <p:nvPr>
            <p:ph idx="9" type="subTitle"/>
          </p:nvPr>
        </p:nvSpPr>
        <p:spPr>
          <a:xfrm>
            <a:off x="6325899" y="1336275"/>
            <a:ext cx="2103000" cy="37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Ubuntu"/>
              <a:buNone/>
              <a:defRPr b="1" sz="18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Ubuntu"/>
              <a:buNone/>
              <a:defRPr sz="2400">
                <a:latin typeface="Ubuntu"/>
                <a:ea typeface="Ubuntu"/>
                <a:cs typeface="Ubuntu"/>
                <a:sym typeface="Ubuntu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Ubuntu"/>
              <a:buNone/>
              <a:defRPr sz="2400">
                <a:latin typeface="Ubuntu"/>
                <a:ea typeface="Ubuntu"/>
                <a:cs typeface="Ubuntu"/>
                <a:sym typeface="Ubuntu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Ubuntu"/>
              <a:buNone/>
              <a:defRPr sz="2400">
                <a:latin typeface="Ubuntu"/>
                <a:ea typeface="Ubuntu"/>
                <a:cs typeface="Ubuntu"/>
                <a:sym typeface="Ubuntu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Ubuntu"/>
              <a:buNone/>
              <a:defRPr sz="2400">
                <a:latin typeface="Ubuntu"/>
                <a:ea typeface="Ubuntu"/>
                <a:cs typeface="Ubuntu"/>
                <a:sym typeface="Ubuntu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Ubuntu"/>
              <a:buNone/>
              <a:defRPr sz="2400">
                <a:latin typeface="Ubuntu"/>
                <a:ea typeface="Ubuntu"/>
                <a:cs typeface="Ubuntu"/>
                <a:sym typeface="Ubuntu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Ubuntu"/>
              <a:buNone/>
              <a:defRPr sz="2400">
                <a:latin typeface="Ubuntu"/>
                <a:ea typeface="Ubuntu"/>
                <a:cs typeface="Ubuntu"/>
                <a:sym typeface="Ubuntu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Ubuntu"/>
              <a:buNone/>
              <a:defRPr sz="2400">
                <a:latin typeface="Ubuntu"/>
                <a:ea typeface="Ubuntu"/>
                <a:cs typeface="Ubuntu"/>
                <a:sym typeface="Ubuntu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Ubuntu"/>
              <a:buNone/>
              <a:defRPr sz="2400">
                <a:latin typeface="Ubuntu"/>
                <a:ea typeface="Ubuntu"/>
                <a:cs typeface="Ubuntu"/>
                <a:sym typeface="Ubuntu"/>
              </a:defRPr>
            </a:lvl9pPr>
          </a:lstStyle>
          <a:p/>
        </p:txBody>
      </p:sp>
      <p:sp>
        <p:nvSpPr>
          <p:cNvPr id="495" name="Google Shape;495;p21"/>
          <p:cNvSpPr txBox="1"/>
          <p:nvPr>
            <p:ph idx="13" type="subTitle"/>
          </p:nvPr>
        </p:nvSpPr>
        <p:spPr>
          <a:xfrm>
            <a:off x="720000" y="2974700"/>
            <a:ext cx="2103000" cy="37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Ubuntu"/>
              <a:buNone/>
              <a:defRPr b="1" sz="18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Ubuntu"/>
              <a:buNone/>
              <a:defRPr sz="2400">
                <a:latin typeface="Ubuntu"/>
                <a:ea typeface="Ubuntu"/>
                <a:cs typeface="Ubuntu"/>
                <a:sym typeface="Ubuntu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Ubuntu"/>
              <a:buNone/>
              <a:defRPr sz="2400">
                <a:latin typeface="Ubuntu"/>
                <a:ea typeface="Ubuntu"/>
                <a:cs typeface="Ubuntu"/>
                <a:sym typeface="Ubuntu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Ubuntu"/>
              <a:buNone/>
              <a:defRPr sz="2400">
                <a:latin typeface="Ubuntu"/>
                <a:ea typeface="Ubuntu"/>
                <a:cs typeface="Ubuntu"/>
                <a:sym typeface="Ubuntu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Ubuntu"/>
              <a:buNone/>
              <a:defRPr sz="2400">
                <a:latin typeface="Ubuntu"/>
                <a:ea typeface="Ubuntu"/>
                <a:cs typeface="Ubuntu"/>
                <a:sym typeface="Ubuntu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Ubuntu"/>
              <a:buNone/>
              <a:defRPr sz="2400">
                <a:latin typeface="Ubuntu"/>
                <a:ea typeface="Ubuntu"/>
                <a:cs typeface="Ubuntu"/>
                <a:sym typeface="Ubuntu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Ubuntu"/>
              <a:buNone/>
              <a:defRPr sz="2400">
                <a:latin typeface="Ubuntu"/>
                <a:ea typeface="Ubuntu"/>
                <a:cs typeface="Ubuntu"/>
                <a:sym typeface="Ubuntu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Ubuntu"/>
              <a:buNone/>
              <a:defRPr sz="2400">
                <a:latin typeface="Ubuntu"/>
                <a:ea typeface="Ubuntu"/>
                <a:cs typeface="Ubuntu"/>
                <a:sym typeface="Ubuntu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Ubuntu"/>
              <a:buNone/>
              <a:defRPr sz="2400">
                <a:latin typeface="Ubuntu"/>
                <a:ea typeface="Ubuntu"/>
                <a:cs typeface="Ubuntu"/>
                <a:sym typeface="Ubuntu"/>
              </a:defRPr>
            </a:lvl9pPr>
          </a:lstStyle>
          <a:p/>
        </p:txBody>
      </p:sp>
      <p:sp>
        <p:nvSpPr>
          <p:cNvPr id="496" name="Google Shape;496;p21"/>
          <p:cNvSpPr txBox="1"/>
          <p:nvPr>
            <p:ph idx="14" type="subTitle"/>
          </p:nvPr>
        </p:nvSpPr>
        <p:spPr>
          <a:xfrm>
            <a:off x="3522950" y="2974702"/>
            <a:ext cx="2103000" cy="37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Ubuntu"/>
              <a:buNone/>
              <a:defRPr b="1" sz="18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Ubuntu"/>
              <a:buNone/>
              <a:defRPr sz="2400">
                <a:latin typeface="Ubuntu"/>
                <a:ea typeface="Ubuntu"/>
                <a:cs typeface="Ubuntu"/>
                <a:sym typeface="Ubuntu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Ubuntu"/>
              <a:buNone/>
              <a:defRPr sz="2400">
                <a:latin typeface="Ubuntu"/>
                <a:ea typeface="Ubuntu"/>
                <a:cs typeface="Ubuntu"/>
                <a:sym typeface="Ubuntu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Ubuntu"/>
              <a:buNone/>
              <a:defRPr sz="2400">
                <a:latin typeface="Ubuntu"/>
                <a:ea typeface="Ubuntu"/>
                <a:cs typeface="Ubuntu"/>
                <a:sym typeface="Ubuntu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Ubuntu"/>
              <a:buNone/>
              <a:defRPr sz="2400">
                <a:latin typeface="Ubuntu"/>
                <a:ea typeface="Ubuntu"/>
                <a:cs typeface="Ubuntu"/>
                <a:sym typeface="Ubuntu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Ubuntu"/>
              <a:buNone/>
              <a:defRPr sz="2400">
                <a:latin typeface="Ubuntu"/>
                <a:ea typeface="Ubuntu"/>
                <a:cs typeface="Ubuntu"/>
                <a:sym typeface="Ubuntu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Ubuntu"/>
              <a:buNone/>
              <a:defRPr sz="2400">
                <a:latin typeface="Ubuntu"/>
                <a:ea typeface="Ubuntu"/>
                <a:cs typeface="Ubuntu"/>
                <a:sym typeface="Ubuntu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Ubuntu"/>
              <a:buNone/>
              <a:defRPr sz="2400">
                <a:latin typeface="Ubuntu"/>
                <a:ea typeface="Ubuntu"/>
                <a:cs typeface="Ubuntu"/>
                <a:sym typeface="Ubuntu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Ubuntu"/>
              <a:buNone/>
              <a:defRPr sz="2400">
                <a:latin typeface="Ubuntu"/>
                <a:ea typeface="Ubuntu"/>
                <a:cs typeface="Ubuntu"/>
                <a:sym typeface="Ubuntu"/>
              </a:defRPr>
            </a:lvl9pPr>
          </a:lstStyle>
          <a:p/>
        </p:txBody>
      </p:sp>
      <p:sp>
        <p:nvSpPr>
          <p:cNvPr id="497" name="Google Shape;497;p21"/>
          <p:cNvSpPr txBox="1"/>
          <p:nvPr>
            <p:ph idx="15" type="subTitle"/>
          </p:nvPr>
        </p:nvSpPr>
        <p:spPr>
          <a:xfrm>
            <a:off x="6325899" y="2974702"/>
            <a:ext cx="2103000" cy="37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Ubuntu"/>
              <a:buNone/>
              <a:defRPr b="1" sz="18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Ubuntu"/>
              <a:buNone/>
              <a:defRPr sz="2400">
                <a:latin typeface="Ubuntu"/>
                <a:ea typeface="Ubuntu"/>
                <a:cs typeface="Ubuntu"/>
                <a:sym typeface="Ubuntu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Ubuntu"/>
              <a:buNone/>
              <a:defRPr sz="2400">
                <a:latin typeface="Ubuntu"/>
                <a:ea typeface="Ubuntu"/>
                <a:cs typeface="Ubuntu"/>
                <a:sym typeface="Ubuntu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Ubuntu"/>
              <a:buNone/>
              <a:defRPr sz="2400">
                <a:latin typeface="Ubuntu"/>
                <a:ea typeface="Ubuntu"/>
                <a:cs typeface="Ubuntu"/>
                <a:sym typeface="Ubuntu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Ubuntu"/>
              <a:buNone/>
              <a:defRPr sz="2400">
                <a:latin typeface="Ubuntu"/>
                <a:ea typeface="Ubuntu"/>
                <a:cs typeface="Ubuntu"/>
                <a:sym typeface="Ubuntu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Ubuntu"/>
              <a:buNone/>
              <a:defRPr sz="2400">
                <a:latin typeface="Ubuntu"/>
                <a:ea typeface="Ubuntu"/>
                <a:cs typeface="Ubuntu"/>
                <a:sym typeface="Ubuntu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Ubuntu"/>
              <a:buNone/>
              <a:defRPr sz="2400">
                <a:latin typeface="Ubuntu"/>
                <a:ea typeface="Ubuntu"/>
                <a:cs typeface="Ubuntu"/>
                <a:sym typeface="Ubuntu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Ubuntu"/>
              <a:buNone/>
              <a:defRPr sz="2400">
                <a:latin typeface="Ubuntu"/>
                <a:ea typeface="Ubuntu"/>
                <a:cs typeface="Ubuntu"/>
                <a:sym typeface="Ubuntu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Ubuntu"/>
              <a:buNone/>
              <a:defRPr sz="2400">
                <a:latin typeface="Ubuntu"/>
                <a:ea typeface="Ubuntu"/>
                <a:cs typeface="Ubuntu"/>
                <a:sym typeface="Ubuntu"/>
              </a:defRPr>
            </a:lvl9pPr>
          </a:lstStyle>
          <a:p/>
        </p:txBody>
      </p:sp>
      <p:grpSp>
        <p:nvGrpSpPr>
          <p:cNvPr id="498" name="Google Shape;498;p21"/>
          <p:cNvGrpSpPr/>
          <p:nvPr/>
        </p:nvGrpSpPr>
        <p:grpSpPr>
          <a:xfrm>
            <a:off x="114400" y="267325"/>
            <a:ext cx="1455525" cy="1311227"/>
            <a:chOff x="7436225" y="267325"/>
            <a:chExt cx="1455525" cy="1311227"/>
          </a:xfrm>
        </p:grpSpPr>
        <p:grpSp>
          <p:nvGrpSpPr>
            <p:cNvPr id="499" name="Google Shape;499;p21"/>
            <p:cNvGrpSpPr/>
            <p:nvPr/>
          </p:nvGrpSpPr>
          <p:grpSpPr>
            <a:xfrm>
              <a:off x="8416700" y="267325"/>
              <a:ext cx="475050" cy="409925"/>
              <a:chOff x="3522825" y="751550"/>
              <a:chExt cx="475050" cy="409925"/>
            </a:xfrm>
          </p:grpSpPr>
          <p:sp>
            <p:nvSpPr>
              <p:cNvPr id="500" name="Google Shape;500;p21"/>
              <p:cNvSpPr/>
              <p:nvPr/>
            </p:nvSpPr>
            <p:spPr>
              <a:xfrm>
                <a:off x="3542125" y="769150"/>
                <a:ext cx="433250" cy="367100"/>
              </a:xfrm>
              <a:custGeom>
                <a:rect b="b" l="l" r="r" t="t"/>
                <a:pathLst>
                  <a:path extrusionOk="0" h="14684" w="17330">
                    <a:moveTo>
                      <a:pt x="0" y="0"/>
                    </a:moveTo>
                    <a:lnTo>
                      <a:pt x="17330" y="9128"/>
                    </a:lnTo>
                    <a:lnTo>
                      <a:pt x="9789" y="14684"/>
                    </a:lnTo>
                    <a:close/>
                  </a:path>
                </a:pathLst>
              </a:custGeom>
              <a:noFill/>
              <a:ln cap="flat" cmpd="sng" w="9525">
                <a:solidFill>
                  <a:schemeClr val="l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sp>
          <p:sp>
            <p:nvSpPr>
              <p:cNvPr id="501" name="Google Shape;501;p21"/>
              <p:cNvSpPr/>
              <p:nvPr/>
            </p:nvSpPr>
            <p:spPr>
              <a:xfrm>
                <a:off x="3522825" y="751550"/>
                <a:ext cx="55800" cy="55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502" name="Google Shape;502;p21"/>
              <p:cNvSpPr/>
              <p:nvPr/>
            </p:nvSpPr>
            <p:spPr>
              <a:xfrm>
                <a:off x="3942075" y="971350"/>
                <a:ext cx="55800" cy="55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503" name="Google Shape;503;p21"/>
              <p:cNvSpPr/>
              <p:nvPr/>
            </p:nvSpPr>
            <p:spPr>
              <a:xfrm>
                <a:off x="3754825" y="1105675"/>
                <a:ext cx="55800" cy="55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504" name="Google Shape;504;p21"/>
            <p:cNvGrpSpPr/>
            <p:nvPr/>
          </p:nvGrpSpPr>
          <p:grpSpPr>
            <a:xfrm rot="1522716">
              <a:off x="7627103" y="1142852"/>
              <a:ext cx="377502" cy="372789"/>
              <a:chOff x="6901089" y="892110"/>
              <a:chExt cx="377500" cy="372788"/>
            </a:xfrm>
          </p:grpSpPr>
          <p:sp>
            <p:nvSpPr>
              <p:cNvPr id="505" name="Google Shape;505;p21"/>
              <p:cNvSpPr/>
              <p:nvPr/>
            </p:nvSpPr>
            <p:spPr>
              <a:xfrm>
                <a:off x="6924901" y="917123"/>
                <a:ext cx="333075" cy="324325"/>
              </a:xfrm>
              <a:custGeom>
                <a:rect b="b" l="l" r="r" t="t"/>
                <a:pathLst>
                  <a:path extrusionOk="0" h="12973" w="13323">
                    <a:moveTo>
                      <a:pt x="0" y="12622"/>
                    </a:moveTo>
                    <a:lnTo>
                      <a:pt x="6661" y="0"/>
                    </a:lnTo>
                    <a:lnTo>
                      <a:pt x="13323" y="12973"/>
                    </a:lnTo>
                    <a:close/>
                  </a:path>
                </a:pathLst>
              </a:custGeom>
              <a:noFill/>
              <a:ln cap="flat" cmpd="sng" w="9525">
                <a:solidFill>
                  <a:schemeClr val="l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sp>
          <p:sp>
            <p:nvSpPr>
              <p:cNvPr id="506" name="Google Shape;506;p21"/>
              <p:cNvSpPr/>
              <p:nvPr/>
            </p:nvSpPr>
            <p:spPr>
              <a:xfrm>
                <a:off x="7063539" y="892110"/>
                <a:ext cx="55800" cy="55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507" name="Google Shape;507;p21"/>
              <p:cNvSpPr/>
              <p:nvPr/>
            </p:nvSpPr>
            <p:spPr>
              <a:xfrm>
                <a:off x="6901089" y="1201223"/>
                <a:ext cx="55800" cy="55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508" name="Google Shape;508;p21"/>
              <p:cNvSpPr/>
              <p:nvPr/>
            </p:nvSpPr>
            <p:spPr>
              <a:xfrm>
                <a:off x="7222789" y="1209098"/>
                <a:ext cx="55800" cy="55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509" name="Google Shape;509;p21"/>
            <p:cNvGrpSpPr/>
            <p:nvPr/>
          </p:nvGrpSpPr>
          <p:grpSpPr>
            <a:xfrm>
              <a:off x="7436225" y="280175"/>
              <a:ext cx="386400" cy="509638"/>
              <a:chOff x="6996750" y="683200"/>
              <a:chExt cx="386400" cy="509638"/>
            </a:xfrm>
          </p:grpSpPr>
          <p:sp>
            <p:nvSpPr>
              <p:cNvPr id="510" name="Google Shape;510;p21"/>
              <p:cNvSpPr/>
              <p:nvPr/>
            </p:nvSpPr>
            <p:spPr>
              <a:xfrm>
                <a:off x="7022500" y="704325"/>
                <a:ext cx="338925" cy="464550"/>
              </a:xfrm>
              <a:custGeom>
                <a:rect b="b" l="l" r="r" t="t"/>
                <a:pathLst>
                  <a:path extrusionOk="0" h="18582" w="13557">
                    <a:moveTo>
                      <a:pt x="0" y="7012"/>
                    </a:moveTo>
                    <a:lnTo>
                      <a:pt x="11103" y="0"/>
                    </a:lnTo>
                    <a:lnTo>
                      <a:pt x="13557" y="18582"/>
                    </a:lnTo>
                    <a:close/>
                  </a:path>
                </a:pathLst>
              </a:custGeom>
              <a:noFill/>
              <a:ln cap="flat" cmpd="sng" w="9525">
                <a:solidFill>
                  <a:schemeClr val="l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sp>
          <p:sp>
            <p:nvSpPr>
              <p:cNvPr id="511" name="Google Shape;511;p21"/>
              <p:cNvSpPr/>
              <p:nvPr/>
            </p:nvSpPr>
            <p:spPr>
              <a:xfrm>
                <a:off x="7271550" y="683200"/>
                <a:ext cx="55800" cy="55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512" name="Google Shape;512;p21"/>
              <p:cNvSpPr/>
              <p:nvPr/>
            </p:nvSpPr>
            <p:spPr>
              <a:xfrm>
                <a:off x="6996750" y="853188"/>
                <a:ext cx="55800" cy="55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513" name="Google Shape;513;p21"/>
              <p:cNvSpPr/>
              <p:nvPr/>
            </p:nvSpPr>
            <p:spPr>
              <a:xfrm>
                <a:off x="7327350" y="1137038"/>
                <a:ext cx="55800" cy="55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  <p:grpSp>
        <p:nvGrpSpPr>
          <p:cNvPr id="514" name="Google Shape;514;p21"/>
          <p:cNvGrpSpPr/>
          <p:nvPr/>
        </p:nvGrpSpPr>
        <p:grpSpPr>
          <a:xfrm>
            <a:off x="8024239" y="4174100"/>
            <a:ext cx="863123" cy="729426"/>
            <a:chOff x="8024239" y="4174100"/>
            <a:chExt cx="863123" cy="729426"/>
          </a:xfrm>
        </p:grpSpPr>
        <p:grpSp>
          <p:nvGrpSpPr>
            <p:cNvPr id="515" name="Google Shape;515;p21"/>
            <p:cNvGrpSpPr/>
            <p:nvPr/>
          </p:nvGrpSpPr>
          <p:grpSpPr>
            <a:xfrm>
              <a:off x="8500963" y="4174100"/>
              <a:ext cx="386400" cy="509638"/>
              <a:chOff x="6996750" y="683200"/>
              <a:chExt cx="386400" cy="509638"/>
            </a:xfrm>
          </p:grpSpPr>
          <p:sp>
            <p:nvSpPr>
              <p:cNvPr id="516" name="Google Shape;516;p21"/>
              <p:cNvSpPr/>
              <p:nvPr/>
            </p:nvSpPr>
            <p:spPr>
              <a:xfrm>
                <a:off x="7022500" y="704325"/>
                <a:ext cx="338925" cy="464550"/>
              </a:xfrm>
              <a:custGeom>
                <a:rect b="b" l="l" r="r" t="t"/>
                <a:pathLst>
                  <a:path extrusionOk="0" h="18582" w="13557">
                    <a:moveTo>
                      <a:pt x="0" y="7012"/>
                    </a:moveTo>
                    <a:lnTo>
                      <a:pt x="11103" y="0"/>
                    </a:lnTo>
                    <a:lnTo>
                      <a:pt x="13557" y="18582"/>
                    </a:lnTo>
                    <a:close/>
                  </a:path>
                </a:pathLst>
              </a:custGeom>
              <a:noFill/>
              <a:ln cap="flat" cmpd="sng" w="9525">
                <a:solidFill>
                  <a:schemeClr val="l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sp>
          <p:sp>
            <p:nvSpPr>
              <p:cNvPr id="517" name="Google Shape;517;p21"/>
              <p:cNvSpPr/>
              <p:nvPr/>
            </p:nvSpPr>
            <p:spPr>
              <a:xfrm>
                <a:off x="7271550" y="683200"/>
                <a:ext cx="55800" cy="55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518" name="Google Shape;518;p21"/>
              <p:cNvSpPr/>
              <p:nvPr/>
            </p:nvSpPr>
            <p:spPr>
              <a:xfrm>
                <a:off x="6996750" y="853188"/>
                <a:ext cx="55800" cy="55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519" name="Google Shape;519;p21"/>
              <p:cNvSpPr/>
              <p:nvPr/>
            </p:nvSpPr>
            <p:spPr>
              <a:xfrm>
                <a:off x="7327350" y="1137038"/>
                <a:ext cx="55800" cy="55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520" name="Google Shape;520;p21"/>
            <p:cNvGrpSpPr/>
            <p:nvPr/>
          </p:nvGrpSpPr>
          <p:grpSpPr>
            <a:xfrm rot="-441616">
              <a:off x="8046561" y="4508118"/>
              <a:ext cx="377477" cy="372765"/>
              <a:chOff x="7734988" y="693913"/>
              <a:chExt cx="377500" cy="372788"/>
            </a:xfrm>
          </p:grpSpPr>
          <p:sp>
            <p:nvSpPr>
              <p:cNvPr id="521" name="Google Shape;521;p21"/>
              <p:cNvSpPr/>
              <p:nvPr/>
            </p:nvSpPr>
            <p:spPr>
              <a:xfrm>
                <a:off x="7758800" y="718925"/>
                <a:ext cx="333075" cy="324325"/>
              </a:xfrm>
              <a:custGeom>
                <a:rect b="b" l="l" r="r" t="t"/>
                <a:pathLst>
                  <a:path extrusionOk="0" h="12973" w="13323">
                    <a:moveTo>
                      <a:pt x="0" y="12622"/>
                    </a:moveTo>
                    <a:lnTo>
                      <a:pt x="6661" y="0"/>
                    </a:lnTo>
                    <a:lnTo>
                      <a:pt x="13323" y="12973"/>
                    </a:lnTo>
                    <a:close/>
                  </a:path>
                </a:pathLst>
              </a:custGeom>
              <a:noFill/>
              <a:ln cap="flat" cmpd="sng" w="9525">
                <a:solidFill>
                  <a:schemeClr val="l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sp>
          <p:sp>
            <p:nvSpPr>
              <p:cNvPr id="522" name="Google Shape;522;p21"/>
              <p:cNvSpPr/>
              <p:nvPr/>
            </p:nvSpPr>
            <p:spPr>
              <a:xfrm>
                <a:off x="7897438" y="693913"/>
                <a:ext cx="55800" cy="55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523" name="Google Shape;523;p21"/>
              <p:cNvSpPr/>
              <p:nvPr/>
            </p:nvSpPr>
            <p:spPr>
              <a:xfrm>
                <a:off x="7734988" y="1003025"/>
                <a:ext cx="55800" cy="55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524" name="Google Shape;524;p21"/>
              <p:cNvSpPr/>
              <p:nvPr/>
            </p:nvSpPr>
            <p:spPr>
              <a:xfrm>
                <a:off x="8056688" y="1010900"/>
                <a:ext cx="55800" cy="55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  <p:sp>
        <p:nvSpPr>
          <p:cNvPr id="525" name="Google Shape;525;p2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BLANK_1_1_1_1_1_1_2">
    <p:spTree>
      <p:nvGrpSpPr>
        <p:cNvPr id="526" name="Shape 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27" name="Google Shape;527;p22"/>
          <p:cNvGrpSpPr/>
          <p:nvPr/>
        </p:nvGrpSpPr>
        <p:grpSpPr>
          <a:xfrm>
            <a:off x="8416700" y="267325"/>
            <a:ext cx="475050" cy="409925"/>
            <a:chOff x="3522825" y="751550"/>
            <a:chExt cx="475050" cy="409925"/>
          </a:xfrm>
        </p:grpSpPr>
        <p:sp>
          <p:nvSpPr>
            <p:cNvPr id="528" name="Google Shape;528;p22"/>
            <p:cNvSpPr/>
            <p:nvPr/>
          </p:nvSpPr>
          <p:spPr>
            <a:xfrm>
              <a:off x="3542125" y="769150"/>
              <a:ext cx="433250" cy="367100"/>
            </a:xfrm>
            <a:custGeom>
              <a:rect b="b" l="l" r="r" t="t"/>
              <a:pathLst>
                <a:path extrusionOk="0" h="14684" w="17330">
                  <a:moveTo>
                    <a:pt x="0" y="0"/>
                  </a:moveTo>
                  <a:lnTo>
                    <a:pt x="17330" y="9128"/>
                  </a:lnTo>
                  <a:lnTo>
                    <a:pt x="9789" y="14684"/>
                  </a:lnTo>
                  <a:close/>
                </a:path>
              </a:pathLst>
            </a:custGeom>
            <a:noFill/>
            <a:ln cap="flat" cmpd="sng" w="9525">
              <a:solidFill>
                <a:schemeClr val="lt2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529" name="Google Shape;529;p22"/>
            <p:cNvSpPr/>
            <p:nvPr/>
          </p:nvSpPr>
          <p:spPr>
            <a:xfrm>
              <a:off x="3522825" y="751550"/>
              <a:ext cx="55800" cy="558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530" name="Google Shape;530;p22"/>
            <p:cNvSpPr/>
            <p:nvPr/>
          </p:nvSpPr>
          <p:spPr>
            <a:xfrm>
              <a:off x="3942075" y="971350"/>
              <a:ext cx="55800" cy="558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531" name="Google Shape;531;p22"/>
            <p:cNvSpPr/>
            <p:nvPr/>
          </p:nvSpPr>
          <p:spPr>
            <a:xfrm>
              <a:off x="3754825" y="1105675"/>
              <a:ext cx="55800" cy="558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532" name="Google Shape;532;p22"/>
          <p:cNvGrpSpPr/>
          <p:nvPr/>
        </p:nvGrpSpPr>
        <p:grpSpPr>
          <a:xfrm rot="-2156638">
            <a:off x="219177" y="3038514"/>
            <a:ext cx="386404" cy="509643"/>
            <a:chOff x="6996750" y="683200"/>
            <a:chExt cx="386400" cy="509638"/>
          </a:xfrm>
        </p:grpSpPr>
        <p:sp>
          <p:nvSpPr>
            <p:cNvPr id="533" name="Google Shape;533;p22"/>
            <p:cNvSpPr/>
            <p:nvPr/>
          </p:nvSpPr>
          <p:spPr>
            <a:xfrm>
              <a:off x="7022500" y="704325"/>
              <a:ext cx="338925" cy="464550"/>
            </a:xfrm>
            <a:custGeom>
              <a:rect b="b" l="l" r="r" t="t"/>
              <a:pathLst>
                <a:path extrusionOk="0" h="18582" w="13557">
                  <a:moveTo>
                    <a:pt x="0" y="7012"/>
                  </a:moveTo>
                  <a:lnTo>
                    <a:pt x="11103" y="0"/>
                  </a:lnTo>
                  <a:lnTo>
                    <a:pt x="13557" y="18582"/>
                  </a:lnTo>
                  <a:close/>
                </a:path>
              </a:pathLst>
            </a:custGeom>
            <a:noFill/>
            <a:ln cap="flat" cmpd="sng" w="9525">
              <a:solidFill>
                <a:schemeClr val="lt2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534" name="Google Shape;534;p22"/>
            <p:cNvSpPr/>
            <p:nvPr/>
          </p:nvSpPr>
          <p:spPr>
            <a:xfrm>
              <a:off x="7271550" y="683200"/>
              <a:ext cx="55800" cy="558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535" name="Google Shape;535;p22"/>
            <p:cNvSpPr/>
            <p:nvPr/>
          </p:nvSpPr>
          <p:spPr>
            <a:xfrm>
              <a:off x="6996750" y="853188"/>
              <a:ext cx="55800" cy="558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536" name="Google Shape;536;p22"/>
            <p:cNvSpPr/>
            <p:nvPr/>
          </p:nvSpPr>
          <p:spPr>
            <a:xfrm>
              <a:off x="7327350" y="1137038"/>
              <a:ext cx="55800" cy="558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537" name="Google Shape;537;p22"/>
          <p:cNvGrpSpPr/>
          <p:nvPr/>
        </p:nvGrpSpPr>
        <p:grpSpPr>
          <a:xfrm rot="1522716">
            <a:off x="223603" y="2452027"/>
            <a:ext cx="377502" cy="372789"/>
            <a:chOff x="7734988" y="693913"/>
            <a:chExt cx="377500" cy="372788"/>
          </a:xfrm>
        </p:grpSpPr>
        <p:sp>
          <p:nvSpPr>
            <p:cNvPr id="538" name="Google Shape;538;p22"/>
            <p:cNvSpPr/>
            <p:nvPr/>
          </p:nvSpPr>
          <p:spPr>
            <a:xfrm>
              <a:off x="7758800" y="718925"/>
              <a:ext cx="333075" cy="324325"/>
            </a:xfrm>
            <a:custGeom>
              <a:rect b="b" l="l" r="r" t="t"/>
              <a:pathLst>
                <a:path extrusionOk="0" h="12973" w="13323">
                  <a:moveTo>
                    <a:pt x="0" y="12622"/>
                  </a:moveTo>
                  <a:lnTo>
                    <a:pt x="6661" y="0"/>
                  </a:lnTo>
                  <a:lnTo>
                    <a:pt x="13323" y="12973"/>
                  </a:lnTo>
                  <a:close/>
                </a:path>
              </a:pathLst>
            </a:custGeom>
            <a:noFill/>
            <a:ln cap="flat" cmpd="sng" w="9525">
              <a:solidFill>
                <a:schemeClr val="lt2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539" name="Google Shape;539;p22"/>
            <p:cNvSpPr/>
            <p:nvPr/>
          </p:nvSpPr>
          <p:spPr>
            <a:xfrm>
              <a:off x="7897438" y="693913"/>
              <a:ext cx="55800" cy="558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540" name="Google Shape;540;p22"/>
            <p:cNvSpPr/>
            <p:nvPr/>
          </p:nvSpPr>
          <p:spPr>
            <a:xfrm>
              <a:off x="7734988" y="1003025"/>
              <a:ext cx="55800" cy="558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541" name="Google Shape;541;p22"/>
            <p:cNvSpPr/>
            <p:nvPr/>
          </p:nvSpPr>
          <p:spPr>
            <a:xfrm>
              <a:off x="8056688" y="1010900"/>
              <a:ext cx="55800" cy="558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542" name="Google Shape;542;p22"/>
          <p:cNvGrpSpPr/>
          <p:nvPr/>
        </p:nvGrpSpPr>
        <p:grpSpPr>
          <a:xfrm>
            <a:off x="8461025" y="935525"/>
            <a:ext cx="386400" cy="509638"/>
            <a:chOff x="6996750" y="683200"/>
            <a:chExt cx="386400" cy="509638"/>
          </a:xfrm>
        </p:grpSpPr>
        <p:sp>
          <p:nvSpPr>
            <p:cNvPr id="543" name="Google Shape;543;p22"/>
            <p:cNvSpPr/>
            <p:nvPr/>
          </p:nvSpPr>
          <p:spPr>
            <a:xfrm>
              <a:off x="7022500" y="704325"/>
              <a:ext cx="338925" cy="464550"/>
            </a:xfrm>
            <a:custGeom>
              <a:rect b="b" l="l" r="r" t="t"/>
              <a:pathLst>
                <a:path extrusionOk="0" h="18582" w="13557">
                  <a:moveTo>
                    <a:pt x="0" y="7012"/>
                  </a:moveTo>
                  <a:lnTo>
                    <a:pt x="11103" y="0"/>
                  </a:lnTo>
                  <a:lnTo>
                    <a:pt x="13557" y="18582"/>
                  </a:lnTo>
                  <a:close/>
                </a:path>
              </a:pathLst>
            </a:custGeom>
            <a:noFill/>
            <a:ln cap="flat" cmpd="sng" w="9525">
              <a:solidFill>
                <a:schemeClr val="lt2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544" name="Google Shape;544;p22"/>
            <p:cNvSpPr/>
            <p:nvPr/>
          </p:nvSpPr>
          <p:spPr>
            <a:xfrm>
              <a:off x="7271550" y="683200"/>
              <a:ext cx="55800" cy="558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545" name="Google Shape;545;p22"/>
            <p:cNvSpPr/>
            <p:nvPr/>
          </p:nvSpPr>
          <p:spPr>
            <a:xfrm>
              <a:off x="6996750" y="853188"/>
              <a:ext cx="55800" cy="558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546" name="Google Shape;546;p22"/>
            <p:cNvSpPr/>
            <p:nvPr/>
          </p:nvSpPr>
          <p:spPr>
            <a:xfrm>
              <a:off x="7327350" y="1137038"/>
              <a:ext cx="55800" cy="558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sp>
        <p:nvSpPr>
          <p:cNvPr id="547" name="Google Shape;547;p22"/>
          <p:cNvSpPr txBox="1"/>
          <p:nvPr>
            <p:ph type="ctrTitle"/>
          </p:nvPr>
        </p:nvSpPr>
        <p:spPr>
          <a:xfrm>
            <a:off x="2488350" y="535000"/>
            <a:ext cx="4167300" cy="997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548" name="Google Shape;548;p22"/>
          <p:cNvSpPr txBox="1"/>
          <p:nvPr>
            <p:ph idx="1" type="subTitle"/>
          </p:nvPr>
        </p:nvSpPr>
        <p:spPr>
          <a:xfrm>
            <a:off x="2488350" y="1493525"/>
            <a:ext cx="4167300" cy="113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549" name="Google Shape;549;p22"/>
          <p:cNvSpPr txBox="1"/>
          <p:nvPr/>
        </p:nvSpPr>
        <p:spPr>
          <a:xfrm>
            <a:off x="2488350" y="2562466"/>
            <a:ext cx="41673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CREDITS:</a:t>
            </a:r>
            <a:r>
              <a:rPr lang="en"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This presentation template was created by </a:t>
            </a:r>
            <a:r>
              <a:rPr b="1" lang="en" sz="1000" u="sng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r>
              <a:rPr b="1" lang="en" sz="1000" u="sng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,</a:t>
            </a:r>
            <a:r>
              <a:rPr b="1" lang="en"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"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including icons by </a:t>
            </a:r>
            <a:r>
              <a:rPr b="1" lang="en" sz="1000" u="sng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Flaticon</a:t>
            </a:r>
            <a:r>
              <a:rPr b="1" lang="en"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"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and infographics &amp; images by </a:t>
            </a:r>
            <a:r>
              <a:rPr b="1" lang="en" sz="1000" u="sng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endParaRPr b="1" sz="1000" u="sng">
              <a:solidFill>
                <a:schemeClr val="dk1"/>
              </a:solidFill>
              <a:highlight>
                <a:srgbClr val="DFDEFC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550" name="Google Shape;550;p22"/>
          <p:cNvGrpSpPr/>
          <p:nvPr/>
        </p:nvGrpSpPr>
        <p:grpSpPr>
          <a:xfrm>
            <a:off x="-54710" y="3559425"/>
            <a:ext cx="9280151" cy="1655650"/>
            <a:chOff x="-54710" y="3559425"/>
            <a:chExt cx="9280151" cy="1655650"/>
          </a:xfrm>
        </p:grpSpPr>
        <p:pic>
          <p:nvPicPr>
            <p:cNvPr id="551" name="Google Shape;551;p22"/>
            <p:cNvPicPr preferRelativeResize="0"/>
            <p:nvPr/>
          </p:nvPicPr>
          <p:blipFill rotWithShape="1">
            <a:blip r:embed="rId5">
              <a:alphaModFix/>
            </a:blip>
            <a:srcRect b="25613" l="0" r="1633" t="49684"/>
            <a:stretch/>
          </p:blipFill>
          <p:spPr>
            <a:xfrm>
              <a:off x="0" y="3622036"/>
              <a:ext cx="9144003" cy="153045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52" name="Google Shape;552;p22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 flipH="1" rot="-5400000">
              <a:off x="3757540" y="-252825"/>
              <a:ext cx="1655650" cy="928015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553" name="Google Shape;553;p2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BLANK_1_1_1_1_1_1_1">
    <p:spTree>
      <p:nvGrpSpPr>
        <p:cNvPr id="554" name="Shape 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55" name="Google Shape;555;p23"/>
          <p:cNvGrpSpPr/>
          <p:nvPr/>
        </p:nvGrpSpPr>
        <p:grpSpPr>
          <a:xfrm>
            <a:off x="114400" y="267325"/>
            <a:ext cx="1455525" cy="1311227"/>
            <a:chOff x="7436225" y="267325"/>
            <a:chExt cx="1455525" cy="1311227"/>
          </a:xfrm>
        </p:grpSpPr>
        <p:grpSp>
          <p:nvGrpSpPr>
            <p:cNvPr id="556" name="Google Shape;556;p23"/>
            <p:cNvGrpSpPr/>
            <p:nvPr/>
          </p:nvGrpSpPr>
          <p:grpSpPr>
            <a:xfrm>
              <a:off x="8416700" y="267325"/>
              <a:ext cx="475050" cy="409925"/>
              <a:chOff x="3522825" y="751550"/>
              <a:chExt cx="475050" cy="409925"/>
            </a:xfrm>
          </p:grpSpPr>
          <p:sp>
            <p:nvSpPr>
              <p:cNvPr id="557" name="Google Shape;557;p23"/>
              <p:cNvSpPr/>
              <p:nvPr/>
            </p:nvSpPr>
            <p:spPr>
              <a:xfrm>
                <a:off x="3542125" y="769150"/>
                <a:ext cx="433250" cy="367100"/>
              </a:xfrm>
              <a:custGeom>
                <a:rect b="b" l="l" r="r" t="t"/>
                <a:pathLst>
                  <a:path extrusionOk="0" h="14684" w="17330">
                    <a:moveTo>
                      <a:pt x="0" y="0"/>
                    </a:moveTo>
                    <a:lnTo>
                      <a:pt x="17330" y="9128"/>
                    </a:lnTo>
                    <a:lnTo>
                      <a:pt x="9789" y="14684"/>
                    </a:lnTo>
                    <a:close/>
                  </a:path>
                </a:pathLst>
              </a:custGeom>
              <a:noFill/>
              <a:ln cap="flat" cmpd="sng" w="9525">
                <a:solidFill>
                  <a:schemeClr val="l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sp>
          <p:sp>
            <p:nvSpPr>
              <p:cNvPr id="558" name="Google Shape;558;p23"/>
              <p:cNvSpPr/>
              <p:nvPr/>
            </p:nvSpPr>
            <p:spPr>
              <a:xfrm>
                <a:off x="3522825" y="751550"/>
                <a:ext cx="55800" cy="55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559" name="Google Shape;559;p23"/>
              <p:cNvSpPr/>
              <p:nvPr/>
            </p:nvSpPr>
            <p:spPr>
              <a:xfrm>
                <a:off x="3942075" y="971350"/>
                <a:ext cx="55800" cy="55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560" name="Google Shape;560;p23"/>
              <p:cNvSpPr/>
              <p:nvPr/>
            </p:nvSpPr>
            <p:spPr>
              <a:xfrm>
                <a:off x="3754825" y="1105675"/>
                <a:ext cx="55800" cy="55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561" name="Google Shape;561;p23"/>
            <p:cNvGrpSpPr/>
            <p:nvPr/>
          </p:nvGrpSpPr>
          <p:grpSpPr>
            <a:xfrm rot="1522716">
              <a:off x="7627103" y="1142852"/>
              <a:ext cx="377502" cy="372789"/>
              <a:chOff x="6901089" y="892110"/>
              <a:chExt cx="377500" cy="372788"/>
            </a:xfrm>
          </p:grpSpPr>
          <p:sp>
            <p:nvSpPr>
              <p:cNvPr id="562" name="Google Shape;562;p23"/>
              <p:cNvSpPr/>
              <p:nvPr/>
            </p:nvSpPr>
            <p:spPr>
              <a:xfrm>
                <a:off x="6924901" y="917123"/>
                <a:ext cx="333075" cy="324325"/>
              </a:xfrm>
              <a:custGeom>
                <a:rect b="b" l="l" r="r" t="t"/>
                <a:pathLst>
                  <a:path extrusionOk="0" h="12973" w="13323">
                    <a:moveTo>
                      <a:pt x="0" y="12622"/>
                    </a:moveTo>
                    <a:lnTo>
                      <a:pt x="6661" y="0"/>
                    </a:lnTo>
                    <a:lnTo>
                      <a:pt x="13323" y="12973"/>
                    </a:lnTo>
                    <a:close/>
                  </a:path>
                </a:pathLst>
              </a:custGeom>
              <a:noFill/>
              <a:ln cap="flat" cmpd="sng" w="9525">
                <a:solidFill>
                  <a:schemeClr val="l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sp>
          <p:sp>
            <p:nvSpPr>
              <p:cNvPr id="563" name="Google Shape;563;p23"/>
              <p:cNvSpPr/>
              <p:nvPr/>
            </p:nvSpPr>
            <p:spPr>
              <a:xfrm>
                <a:off x="7063539" y="892110"/>
                <a:ext cx="55800" cy="55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564" name="Google Shape;564;p23"/>
              <p:cNvSpPr/>
              <p:nvPr/>
            </p:nvSpPr>
            <p:spPr>
              <a:xfrm>
                <a:off x="6901089" y="1201223"/>
                <a:ext cx="55800" cy="55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565" name="Google Shape;565;p23"/>
              <p:cNvSpPr/>
              <p:nvPr/>
            </p:nvSpPr>
            <p:spPr>
              <a:xfrm>
                <a:off x="7222789" y="1209098"/>
                <a:ext cx="55800" cy="55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566" name="Google Shape;566;p23"/>
            <p:cNvGrpSpPr/>
            <p:nvPr/>
          </p:nvGrpSpPr>
          <p:grpSpPr>
            <a:xfrm>
              <a:off x="7436225" y="280175"/>
              <a:ext cx="386400" cy="509638"/>
              <a:chOff x="6996750" y="683200"/>
              <a:chExt cx="386400" cy="509638"/>
            </a:xfrm>
          </p:grpSpPr>
          <p:sp>
            <p:nvSpPr>
              <p:cNvPr id="567" name="Google Shape;567;p23"/>
              <p:cNvSpPr/>
              <p:nvPr/>
            </p:nvSpPr>
            <p:spPr>
              <a:xfrm>
                <a:off x="7022500" y="704325"/>
                <a:ext cx="338925" cy="464550"/>
              </a:xfrm>
              <a:custGeom>
                <a:rect b="b" l="l" r="r" t="t"/>
                <a:pathLst>
                  <a:path extrusionOk="0" h="18582" w="13557">
                    <a:moveTo>
                      <a:pt x="0" y="7012"/>
                    </a:moveTo>
                    <a:lnTo>
                      <a:pt x="11103" y="0"/>
                    </a:lnTo>
                    <a:lnTo>
                      <a:pt x="13557" y="18582"/>
                    </a:lnTo>
                    <a:close/>
                  </a:path>
                </a:pathLst>
              </a:custGeom>
              <a:noFill/>
              <a:ln cap="flat" cmpd="sng" w="9525">
                <a:solidFill>
                  <a:schemeClr val="l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sp>
          <p:sp>
            <p:nvSpPr>
              <p:cNvPr id="568" name="Google Shape;568;p23"/>
              <p:cNvSpPr/>
              <p:nvPr/>
            </p:nvSpPr>
            <p:spPr>
              <a:xfrm>
                <a:off x="7271550" y="683200"/>
                <a:ext cx="55800" cy="55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569" name="Google Shape;569;p23"/>
              <p:cNvSpPr/>
              <p:nvPr/>
            </p:nvSpPr>
            <p:spPr>
              <a:xfrm>
                <a:off x="6996750" y="853188"/>
                <a:ext cx="55800" cy="55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570" name="Google Shape;570;p23"/>
              <p:cNvSpPr/>
              <p:nvPr/>
            </p:nvSpPr>
            <p:spPr>
              <a:xfrm>
                <a:off x="7327350" y="1137038"/>
                <a:ext cx="55800" cy="55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  <p:grpSp>
        <p:nvGrpSpPr>
          <p:cNvPr id="571" name="Google Shape;571;p23"/>
          <p:cNvGrpSpPr/>
          <p:nvPr/>
        </p:nvGrpSpPr>
        <p:grpSpPr>
          <a:xfrm>
            <a:off x="8024239" y="4174100"/>
            <a:ext cx="863123" cy="729426"/>
            <a:chOff x="8024239" y="4174100"/>
            <a:chExt cx="863123" cy="729426"/>
          </a:xfrm>
        </p:grpSpPr>
        <p:grpSp>
          <p:nvGrpSpPr>
            <p:cNvPr id="572" name="Google Shape;572;p23"/>
            <p:cNvGrpSpPr/>
            <p:nvPr/>
          </p:nvGrpSpPr>
          <p:grpSpPr>
            <a:xfrm>
              <a:off x="8500963" y="4174100"/>
              <a:ext cx="386400" cy="509638"/>
              <a:chOff x="6996750" y="683200"/>
              <a:chExt cx="386400" cy="509638"/>
            </a:xfrm>
          </p:grpSpPr>
          <p:sp>
            <p:nvSpPr>
              <p:cNvPr id="573" name="Google Shape;573;p23"/>
              <p:cNvSpPr/>
              <p:nvPr/>
            </p:nvSpPr>
            <p:spPr>
              <a:xfrm>
                <a:off x="7022500" y="704325"/>
                <a:ext cx="338925" cy="464550"/>
              </a:xfrm>
              <a:custGeom>
                <a:rect b="b" l="l" r="r" t="t"/>
                <a:pathLst>
                  <a:path extrusionOk="0" h="18582" w="13557">
                    <a:moveTo>
                      <a:pt x="0" y="7012"/>
                    </a:moveTo>
                    <a:lnTo>
                      <a:pt x="11103" y="0"/>
                    </a:lnTo>
                    <a:lnTo>
                      <a:pt x="13557" y="18582"/>
                    </a:lnTo>
                    <a:close/>
                  </a:path>
                </a:pathLst>
              </a:custGeom>
              <a:noFill/>
              <a:ln cap="flat" cmpd="sng" w="9525">
                <a:solidFill>
                  <a:schemeClr val="l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sp>
          <p:sp>
            <p:nvSpPr>
              <p:cNvPr id="574" name="Google Shape;574;p23"/>
              <p:cNvSpPr/>
              <p:nvPr/>
            </p:nvSpPr>
            <p:spPr>
              <a:xfrm>
                <a:off x="7271550" y="683200"/>
                <a:ext cx="55800" cy="55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575" name="Google Shape;575;p23"/>
              <p:cNvSpPr/>
              <p:nvPr/>
            </p:nvSpPr>
            <p:spPr>
              <a:xfrm>
                <a:off x="6996750" y="853188"/>
                <a:ext cx="55800" cy="55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576" name="Google Shape;576;p23"/>
              <p:cNvSpPr/>
              <p:nvPr/>
            </p:nvSpPr>
            <p:spPr>
              <a:xfrm>
                <a:off x="7327350" y="1137038"/>
                <a:ext cx="55800" cy="55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577" name="Google Shape;577;p23"/>
            <p:cNvGrpSpPr/>
            <p:nvPr/>
          </p:nvGrpSpPr>
          <p:grpSpPr>
            <a:xfrm rot="-441616">
              <a:off x="8046561" y="4508118"/>
              <a:ext cx="377477" cy="372765"/>
              <a:chOff x="7734988" y="693913"/>
              <a:chExt cx="377500" cy="372788"/>
            </a:xfrm>
          </p:grpSpPr>
          <p:sp>
            <p:nvSpPr>
              <p:cNvPr id="578" name="Google Shape;578;p23"/>
              <p:cNvSpPr/>
              <p:nvPr/>
            </p:nvSpPr>
            <p:spPr>
              <a:xfrm>
                <a:off x="7758800" y="718925"/>
                <a:ext cx="333075" cy="324325"/>
              </a:xfrm>
              <a:custGeom>
                <a:rect b="b" l="l" r="r" t="t"/>
                <a:pathLst>
                  <a:path extrusionOk="0" h="12973" w="13323">
                    <a:moveTo>
                      <a:pt x="0" y="12622"/>
                    </a:moveTo>
                    <a:lnTo>
                      <a:pt x="6661" y="0"/>
                    </a:lnTo>
                    <a:lnTo>
                      <a:pt x="13323" y="12973"/>
                    </a:lnTo>
                    <a:close/>
                  </a:path>
                </a:pathLst>
              </a:custGeom>
              <a:noFill/>
              <a:ln cap="flat" cmpd="sng" w="9525">
                <a:solidFill>
                  <a:schemeClr val="l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sp>
          <p:sp>
            <p:nvSpPr>
              <p:cNvPr id="579" name="Google Shape;579;p23"/>
              <p:cNvSpPr/>
              <p:nvPr/>
            </p:nvSpPr>
            <p:spPr>
              <a:xfrm>
                <a:off x="7897438" y="693913"/>
                <a:ext cx="55800" cy="55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580" name="Google Shape;580;p23"/>
              <p:cNvSpPr/>
              <p:nvPr/>
            </p:nvSpPr>
            <p:spPr>
              <a:xfrm>
                <a:off x="7734988" y="1003025"/>
                <a:ext cx="55800" cy="55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581" name="Google Shape;581;p23"/>
              <p:cNvSpPr/>
              <p:nvPr/>
            </p:nvSpPr>
            <p:spPr>
              <a:xfrm>
                <a:off x="8056688" y="1010900"/>
                <a:ext cx="55800" cy="55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  <p:sp>
        <p:nvSpPr>
          <p:cNvPr id="582" name="Google Shape;582;p2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BLANK_1_1_1_1_1_1_1_1">
    <p:spTree>
      <p:nvGrpSpPr>
        <p:cNvPr id="583" name="Shape 5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84" name="Google Shape;584;p24"/>
          <p:cNvGrpSpPr/>
          <p:nvPr/>
        </p:nvGrpSpPr>
        <p:grpSpPr>
          <a:xfrm>
            <a:off x="171705" y="280176"/>
            <a:ext cx="8807468" cy="4655725"/>
            <a:chOff x="171705" y="280176"/>
            <a:chExt cx="8807468" cy="4655725"/>
          </a:xfrm>
        </p:grpSpPr>
        <p:grpSp>
          <p:nvGrpSpPr>
            <p:cNvPr id="585" name="Google Shape;585;p24"/>
            <p:cNvGrpSpPr/>
            <p:nvPr/>
          </p:nvGrpSpPr>
          <p:grpSpPr>
            <a:xfrm rot="-9277284">
              <a:off x="8539998" y="3946147"/>
              <a:ext cx="377502" cy="372789"/>
              <a:chOff x="7734988" y="693913"/>
              <a:chExt cx="377500" cy="372788"/>
            </a:xfrm>
          </p:grpSpPr>
          <p:sp>
            <p:nvSpPr>
              <p:cNvPr id="586" name="Google Shape;586;p24"/>
              <p:cNvSpPr/>
              <p:nvPr/>
            </p:nvSpPr>
            <p:spPr>
              <a:xfrm>
                <a:off x="7758800" y="718925"/>
                <a:ext cx="333075" cy="324325"/>
              </a:xfrm>
              <a:custGeom>
                <a:rect b="b" l="l" r="r" t="t"/>
                <a:pathLst>
                  <a:path extrusionOk="0" h="12973" w="13323">
                    <a:moveTo>
                      <a:pt x="0" y="12622"/>
                    </a:moveTo>
                    <a:lnTo>
                      <a:pt x="6661" y="0"/>
                    </a:lnTo>
                    <a:lnTo>
                      <a:pt x="13323" y="12973"/>
                    </a:lnTo>
                    <a:close/>
                  </a:path>
                </a:pathLst>
              </a:custGeom>
              <a:noFill/>
              <a:ln cap="flat" cmpd="sng" w="9525">
                <a:solidFill>
                  <a:schemeClr val="l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sp>
          <p:sp>
            <p:nvSpPr>
              <p:cNvPr id="587" name="Google Shape;587;p24"/>
              <p:cNvSpPr/>
              <p:nvPr/>
            </p:nvSpPr>
            <p:spPr>
              <a:xfrm>
                <a:off x="7897438" y="693913"/>
                <a:ext cx="55800" cy="55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588" name="Google Shape;588;p24"/>
              <p:cNvSpPr/>
              <p:nvPr/>
            </p:nvSpPr>
            <p:spPr>
              <a:xfrm>
                <a:off x="7734988" y="1003025"/>
                <a:ext cx="55800" cy="55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589" name="Google Shape;589;p24"/>
              <p:cNvSpPr/>
              <p:nvPr/>
            </p:nvSpPr>
            <p:spPr>
              <a:xfrm>
                <a:off x="8056688" y="1010900"/>
                <a:ext cx="55800" cy="55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590" name="Google Shape;590;p24"/>
            <p:cNvGrpSpPr/>
            <p:nvPr/>
          </p:nvGrpSpPr>
          <p:grpSpPr>
            <a:xfrm rot="10800000">
              <a:off x="8439828" y="4426263"/>
              <a:ext cx="386400" cy="509638"/>
              <a:chOff x="6996750" y="683200"/>
              <a:chExt cx="386400" cy="509638"/>
            </a:xfrm>
          </p:grpSpPr>
          <p:sp>
            <p:nvSpPr>
              <p:cNvPr id="591" name="Google Shape;591;p24"/>
              <p:cNvSpPr/>
              <p:nvPr/>
            </p:nvSpPr>
            <p:spPr>
              <a:xfrm>
                <a:off x="7022500" y="704325"/>
                <a:ext cx="338925" cy="464550"/>
              </a:xfrm>
              <a:custGeom>
                <a:rect b="b" l="l" r="r" t="t"/>
                <a:pathLst>
                  <a:path extrusionOk="0" h="18582" w="13557">
                    <a:moveTo>
                      <a:pt x="0" y="7012"/>
                    </a:moveTo>
                    <a:lnTo>
                      <a:pt x="11103" y="0"/>
                    </a:lnTo>
                    <a:lnTo>
                      <a:pt x="13557" y="18582"/>
                    </a:lnTo>
                    <a:close/>
                  </a:path>
                </a:pathLst>
              </a:custGeom>
              <a:noFill/>
              <a:ln cap="flat" cmpd="sng" w="9525">
                <a:solidFill>
                  <a:schemeClr val="l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sp>
          <p:sp>
            <p:nvSpPr>
              <p:cNvPr id="592" name="Google Shape;592;p24"/>
              <p:cNvSpPr/>
              <p:nvPr/>
            </p:nvSpPr>
            <p:spPr>
              <a:xfrm>
                <a:off x="7271550" y="683200"/>
                <a:ext cx="55800" cy="55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593" name="Google Shape;593;p24"/>
              <p:cNvSpPr/>
              <p:nvPr/>
            </p:nvSpPr>
            <p:spPr>
              <a:xfrm>
                <a:off x="6996750" y="853188"/>
                <a:ext cx="55800" cy="55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594" name="Google Shape;594;p24"/>
              <p:cNvSpPr/>
              <p:nvPr/>
            </p:nvSpPr>
            <p:spPr>
              <a:xfrm>
                <a:off x="7327350" y="1137038"/>
                <a:ext cx="55800" cy="55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595" name="Google Shape;595;p24"/>
            <p:cNvGrpSpPr/>
            <p:nvPr/>
          </p:nvGrpSpPr>
          <p:grpSpPr>
            <a:xfrm>
              <a:off x="171705" y="280176"/>
              <a:ext cx="422121" cy="1155600"/>
              <a:chOff x="171705" y="280176"/>
              <a:chExt cx="422121" cy="1155600"/>
            </a:xfrm>
          </p:grpSpPr>
          <p:grpSp>
            <p:nvGrpSpPr>
              <p:cNvPr id="596" name="Google Shape;596;p24"/>
              <p:cNvGrpSpPr/>
              <p:nvPr/>
            </p:nvGrpSpPr>
            <p:grpSpPr>
              <a:xfrm rot="10800000">
                <a:off x="189565" y="280176"/>
                <a:ext cx="386400" cy="509638"/>
                <a:chOff x="6996750" y="683200"/>
                <a:chExt cx="386400" cy="509638"/>
              </a:xfrm>
            </p:grpSpPr>
            <p:sp>
              <p:nvSpPr>
                <p:cNvPr id="597" name="Google Shape;597;p24"/>
                <p:cNvSpPr/>
                <p:nvPr/>
              </p:nvSpPr>
              <p:spPr>
                <a:xfrm>
                  <a:off x="7022500" y="704325"/>
                  <a:ext cx="338925" cy="464550"/>
                </a:xfrm>
                <a:custGeom>
                  <a:rect b="b" l="l" r="r" t="t"/>
                  <a:pathLst>
                    <a:path extrusionOk="0" h="18582" w="13557">
                      <a:moveTo>
                        <a:pt x="0" y="7012"/>
                      </a:moveTo>
                      <a:lnTo>
                        <a:pt x="11103" y="0"/>
                      </a:lnTo>
                      <a:lnTo>
                        <a:pt x="13557" y="18582"/>
                      </a:lnTo>
                      <a:close/>
                    </a:path>
                  </a:pathLst>
                </a:custGeom>
                <a:noFill/>
                <a:ln cap="flat" cmpd="sng" w="9525">
                  <a:solidFill>
                    <a:schemeClr val="lt2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sp>
            <p:sp>
              <p:nvSpPr>
                <p:cNvPr id="598" name="Google Shape;598;p24"/>
                <p:cNvSpPr/>
                <p:nvPr/>
              </p:nvSpPr>
              <p:spPr>
                <a:xfrm>
                  <a:off x="7271550" y="683200"/>
                  <a:ext cx="55800" cy="55800"/>
                </a:xfrm>
                <a:prstGeom prst="ellipse">
                  <a:avLst/>
                </a:pr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Inter"/>
                    <a:ea typeface="Inter"/>
                    <a:cs typeface="Inter"/>
                    <a:sym typeface="Inter"/>
                  </a:endParaRPr>
                </a:p>
              </p:txBody>
            </p:sp>
            <p:sp>
              <p:nvSpPr>
                <p:cNvPr id="599" name="Google Shape;599;p24"/>
                <p:cNvSpPr/>
                <p:nvPr/>
              </p:nvSpPr>
              <p:spPr>
                <a:xfrm>
                  <a:off x="6996750" y="853188"/>
                  <a:ext cx="55800" cy="55800"/>
                </a:xfrm>
                <a:prstGeom prst="ellipse">
                  <a:avLst/>
                </a:pr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Inter"/>
                    <a:ea typeface="Inter"/>
                    <a:cs typeface="Inter"/>
                    <a:sym typeface="Inter"/>
                  </a:endParaRPr>
                </a:p>
              </p:txBody>
            </p:sp>
            <p:sp>
              <p:nvSpPr>
                <p:cNvPr id="600" name="Google Shape;600;p24"/>
                <p:cNvSpPr/>
                <p:nvPr/>
              </p:nvSpPr>
              <p:spPr>
                <a:xfrm>
                  <a:off x="7327350" y="1137038"/>
                  <a:ext cx="55800" cy="55800"/>
                </a:xfrm>
                <a:prstGeom prst="ellipse">
                  <a:avLst/>
                </a:pr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Inter"/>
                    <a:ea typeface="Inter"/>
                    <a:cs typeface="Inter"/>
                    <a:sym typeface="Inter"/>
                  </a:endParaRPr>
                </a:p>
              </p:txBody>
            </p:sp>
          </p:grpSp>
          <p:grpSp>
            <p:nvGrpSpPr>
              <p:cNvPr id="601" name="Google Shape;601;p24"/>
              <p:cNvGrpSpPr/>
              <p:nvPr/>
            </p:nvGrpSpPr>
            <p:grpSpPr>
              <a:xfrm rot="10358384">
                <a:off x="194027" y="1040368"/>
                <a:ext cx="377477" cy="372765"/>
                <a:chOff x="7734988" y="693913"/>
                <a:chExt cx="377500" cy="372788"/>
              </a:xfrm>
            </p:grpSpPr>
            <p:sp>
              <p:nvSpPr>
                <p:cNvPr id="602" name="Google Shape;602;p24"/>
                <p:cNvSpPr/>
                <p:nvPr/>
              </p:nvSpPr>
              <p:spPr>
                <a:xfrm>
                  <a:off x="7758800" y="718925"/>
                  <a:ext cx="333075" cy="324325"/>
                </a:xfrm>
                <a:custGeom>
                  <a:rect b="b" l="l" r="r" t="t"/>
                  <a:pathLst>
                    <a:path extrusionOk="0" h="12973" w="13323">
                      <a:moveTo>
                        <a:pt x="0" y="12622"/>
                      </a:moveTo>
                      <a:lnTo>
                        <a:pt x="6661" y="0"/>
                      </a:lnTo>
                      <a:lnTo>
                        <a:pt x="13323" y="12973"/>
                      </a:lnTo>
                      <a:close/>
                    </a:path>
                  </a:pathLst>
                </a:custGeom>
                <a:noFill/>
                <a:ln cap="flat" cmpd="sng" w="9525">
                  <a:solidFill>
                    <a:schemeClr val="lt2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sp>
            <p:sp>
              <p:nvSpPr>
                <p:cNvPr id="603" name="Google Shape;603;p24"/>
                <p:cNvSpPr/>
                <p:nvPr/>
              </p:nvSpPr>
              <p:spPr>
                <a:xfrm>
                  <a:off x="7897438" y="693913"/>
                  <a:ext cx="55800" cy="55800"/>
                </a:xfrm>
                <a:prstGeom prst="ellipse">
                  <a:avLst/>
                </a:pr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Inter"/>
                    <a:ea typeface="Inter"/>
                    <a:cs typeface="Inter"/>
                    <a:sym typeface="Inter"/>
                  </a:endParaRPr>
                </a:p>
              </p:txBody>
            </p:sp>
            <p:sp>
              <p:nvSpPr>
                <p:cNvPr id="604" name="Google Shape;604;p24"/>
                <p:cNvSpPr/>
                <p:nvPr/>
              </p:nvSpPr>
              <p:spPr>
                <a:xfrm>
                  <a:off x="7734988" y="1003025"/>
                  <a:ext cx="55800" cy="55800"/>
                </a:xfrm>
                <a:prstGeom prst="ellipse">
                  <a:avLst/>
                </a:pr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Inter"/>
                    <a:ea typeface="Inter"/>
                    <a:cs typeface="Inter"/>
                    <a:sym typeface="Inter"/>
                  </a:endParaRPr>
                </a:p>
              </p:txBody>
            </p:sp>
            <p:sp>
              <p:nvSpPr>
                <p:cNvPr id="605" name="Google Shape;605;p24"/>
                <p:cNvSpPr/>
                <p:nvPr/>
              </p:nvSpPr>
              <p:spPr>
                <a:xfrm>
                  <a:off x="8056688" y="1010900"/>
                  <a:ext cx="55800" cy="55800"/>
                </a:xfrm>
                <a:prstGeom prst="ellipse">
                  <a:avLst/>
                </a:pr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Inter"/>
                    <a:ea typeface="Inter"/>
                    <a:cs typeface="Inter"/>
                    <a:sym typeface="Inter"/>
                  </a:endParaRPr>
                </a:p>
              </p:txBody>
            </p:sp>
          </p:grpSp>
        </p:grpSp>
      </p:grpSp>
      <p:sp>
        <p:nvSpPr>
          <p:cNvPr id="606" name="Google Shape;606;p2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11.xml"/><Relationship Id="rId22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10.xml"/><Relationship Id="rId21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13.xml"/><Relationship Id="rId24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5.xml"/><Relationship Id="rId19" Type="http://schemas.openxmlformats.org/officeDocument/2006/relationships/slideLayout" Target="../slideLayouts/slideLayout19.xml"/><Relationship Id="rId6" Type="http://schemas.openxmlformats.org/officeDocument/2006/relationships/slideLayout" Target="../slideLayouts/slideLayout6.xml"/><Relationship Id="rId18" Type="http://schemas.openxmlformats.org/officeDocument/2006/relationships/slideLayout" Target="../slideLayouts/slideLayout18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715100" y="445025"/>
            <a:ext cx="77139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Inter"/>
              <a:buNone/>
              <a:defRPr b="1" sz="3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aleway"/>
              <a:buNone/>
              <a:defRPr sz="35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aleway"/>
              <a:buNone/>
              <a:defRPr sz="35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aleway"/>
              <a:buNone/>
              <a:defRPr sz="35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aleway"/>
              <a:buNone/>
              <a:defRPr sz="35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aleway"/>
              <a:buNone/>
              <a:defRPr sz="35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aleway"/>
              <a:buNone/>
              <a:defRPr sz="35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aleway"/>
              <a:buNone/>
              <a:defRPr sz="35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aleway"/>
              <a:buNone/>
              <a:defRPr sz="35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715100" y="1152475"/>
            <a:ext cx="7713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●"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1pPr>
            <a:lvl2pPr indent="-30480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○"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indent="-304800" lvl="2" marL="1371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■"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indent="-304800" lvl="3" marL="1828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●"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indent="-304800" lvl="4" marL="2286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○"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indent="-304800" lvl="5" marL="2743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■"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indent="-304800" lvl="6" marL="3200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●"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indent="-304800" lvl="7" marL="3657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○"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indent="-304800" lvl="8" marL="411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■"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buNone/>
              <a:defRPr sz="1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 algn="r">
              <a:buNone/>
              <a:defRPr sz="1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r">
              <a:buNone/>
              <a:defRPr sz="1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r">
              <a:buNone/>
              <a:defRPr sz="1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r">
              <a:buNone/>
              <a:defRPr sz="1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r">
              <a:buNone/>
              <a:defRPr sz="1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r">
              <a:buNone/>
              <a:defRPr sz="1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r">
              <a:buNone/>
              <a:defRPr sz="1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r">
              <a:buNone/>
              <a:defRPr sz="1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1.jpg"/><Relationship Id="rId4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4.jpg"/><Relationship Id="rId4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4.jpg"/><Relationship Id="rId4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8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9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4.jpg"/><Relationship Id="rId4" Type="http://schemas.openxmlformats.org/officeDocument/2006/relationships/image" Target="../media/image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5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4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4.jpg"/><Relationship Id="rId4" Type="http://schemas.openxmlformats.org/officeDocument/2006/relationships/image" Target="../media/image1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0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.png"/><Relationship Id="rId4" Type="http://schemas.openxmlformats.org/officeDocument/2006/relationships/image" Target="../media/image13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3.png"/><Relationship Id="rId4" Type="http://schemas.openxmlformats.org/officeDocument/2006/relationships/image" Target="../media/image3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5.png"/><Relationship Id="rId4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0" name="Shape 6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1" name="Google Shape;611;p25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22327" r="22327" t="-291"/>
          <a:stretch/>
        </p:blipFill>
        <p:spPr>
          <a:xfrm>
            <a:off x="0" y="-15075"/>
            <a:ext cx="4283699" cy="5158499"/>
          </a:xfrm>
          <a:prstGeom prst="rect">
            <a:avLst/>
          </a:prstGeom>
        </p:spPr>
      </p:pic>
      <p:pic>
        <p:nvPicPr>
          <p:cNvPr id="612" name="Google Shape;612;p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flipH="1">
            <a:off x="2634832" y="0"/>
            <a:ext cx="1655669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613" name="Google Shape;613;p25"/>
          <p:cNvSpPr txBox="1"/>
          <p:nvPr>
            <p:ph type="ctrTitle"/>
          </p:nvPr>
        </p:nvSpPr>
        <p:spPr>
          <a:xfrm>
            <a:off x="3686775" y="1462375"/>
            <a:ext cx="4922400" cy="1926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100"/>
              <a:t>ACE2 Orthologs and SARS-CoV-2</a:t>
            </a:r>
            <a:endParaRPr sz="5100"/>
          </a:p>
        </p:txBody>
      </p:sp>
      <p:sp>
        <p:nvSpPr>
          <p:cNvPr id="614" name="Google Shape;614;p25"/>
          <p:cNvSpPr txBox="1"/>
          <p:nvPr>
            <p:ph idx="1" type="subTitle"/>
          </p:nvPr>
        </p:nvSpPr>
        <p:spPr>
          <a:xfrm>
            <a:off x="4321700" y="3541500"/>
            <a:ext cx="4033200" cy="409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aleway"/>
                <a:ea typeface="Raleway"/>
                <a:cs typeface="Raleway"/>
                <a:sym typeface="Raleway"/>
              </a:rPr>
              <a:t>David Lázaro, Luis Carlos Ospina and Jan Jardí</a:t>
            </a:r>
            <a:endParaRPr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615" name="Google Shape;615;p2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9" name="Shape 6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0" name="Google Shape;620;p26"/>
          <p:cNvPicPr preferRelativeResize="0"/>
          <p:nvPr>
            <p:ph idx="3" type="pic"/>
          </p:nvPr>
        </p:nvPicPr>
        <p:blipFill rotWithShape="1">
          <a:blip r:embed="rId3">
            <a:alphaModFix/>
          </a:blip>
          <a:srcRect b="1371" l="2199" r="2199" t="52476"/>
          <a:stretch/>
        </p:blipFill>
        <p:spPr>
          <a:xfrm>
            <a:off x="0" y="0"/>
            <a:ext cx="9143997" cy="2942298"/>
          </a:xfrm>
          <a:prstGeom prst="rect">
            <a:avLst/>
          </a:prstGeom>
        </p:spPr>
      </p:pic>
      <p:pic>
        <p:nvPicPr>
          <p:cNvPr id="621" name="Google Shape;621;p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flipH="1" rot="5400000">
            <a:off x="3552575" y="-2642252"/>
            <a:ext cx="2064075" cy="9169226"/>
          </a:xfrm>
          <a:prstGeom prst="rect">
            <a:avLst/>
          </a:prstGeom>
          <a:noFill/>
          <a:ln>
            <a:noFill/>
          </a:ln>
        </p:spPr>
      </p:pic>
      <p:sp>
        <p:nvSpPr>
          <p:cNvPr id="622" name="Google Shape;622;p26"/>
          <p:cNvSpPr txBox="1"/>
          <p:nvPr>
            <p:ph type="title"/>
          </p:nvPr>
        </p:nvSpPr>
        <p:spPr>
          <a:xfrm>
            <a:off x="3187500" y="3044350"/>
            <a:ext cx="3886500" cy="841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Introduction</a:t>
            </a:r>
            <a:endParaRPr/>
          </a:p>
        </p:txBody>
      </p:sp>
      <p:sp>
        <p:nvSpPr>
          <p:cNvPr id="623" name="Google Shape;623;p26"/>
          <p:cNvSpPr txBox="1"/>
          <p:nvPr>
            <p:ph idx="2" type="title"/>
          </p:nvPr>
        </p:nvSpPr>
        <p:spPr>
          <a:xfrm>
            <a:off x="1344800" y="3044350"/>
            <a:ext cx="1842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grpSp>
        <p:nvGrpSpPr>
          <p:cNvPr id="624" name="Google Shape;624;p26"/>
          <p:cNvGrpSpPr/>
          <p:nvPr/>
        </p:nvGrpSpPr>
        <p:grpSpPr>
          <a:xfrm>
            <a:off x="378200" y="1346975"/>
            <a:ext cx="905360" cy="871301"/>
            <a:chOff x="378200" y="1346975"/>
            <a:chExt cx="905360" cy="871301"/>
          </a:xfrm>
        </p:grpSpPr>
        <p:grpSp>
          <p:nvGrpSpPr>
            <p:cNvPr id="625" name="Google Shape;625;p26"/>
            <p:cNvGrpSpPr/>
            <p:nvPr/>
          </p:nvGrpSpPr>
          <p:grpSpPr>
            <a:xfrm>
              <a:off x="378200" y="1346975"/>
              <a:ext cx="386400" cy="509638"/>
              <a:chOff x="6996750" y="683200"/>
              <a:chExt cx="386400" cy="509638"/>
            </a:xfrm>
          </p:grpSpPr>
          <p:sp>
            <p:nvSpPr>
              <p:cNvPr id="626" name="Google Shape;626;p26"/>
              <p:cNvSpPr/>
              <p:nvPr/>
            </p:nvSpPr>
            <p:spPr>
              <a:xfrm>
                <a:off x="7022500" y="704325"/>
                <a:ext cx="338925" cy="464550"/>
              </a:xfrm>
              <a:custGeom>
                <a:rect b="b" l="l" r="r" t="t"/>
                <a:pathLst>
                  <a:path extrusionOk="0" h="18582" w="13557">
                    <a:moveTo>
                      <a:pt x="0" y="7012"/>
                    </a:moveTo>
                    <a:lnTo>
                      <a:pt x="11103" y="0"/>
                    </a:lnTo>
                    <a:lnTo>
                      <a:pt x="13557" y="18582"/>
                    </a:lnTo>
                    <a:close/>
                  </a:path>
                </a:pathLst>
              </a:custGeom>
              <a:noFill/>
              <a:ln cap="flat" cmpd="sng" w="9525">
                <a:solidFill>
                  <a:schemeClr val="l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sp>
          <p:sp>
            <p:nvSpPr>
              <p:cNvPr id="627" name="Google Shape;627;p26"/>
              <p:cNvSpPr/>
              <p:nvPr/>
            </p:nvSpPr>
            <p:spPr>
              <a:xfrm>
                <a:off x="7271550" y="683200"/>
                <a:ext cx="55800" cy="55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628" name="Google Shape;628;p26"/>
              <p:cNvSpPr/>
              <p:nvPr/>
            </p:nvSpPr>
            <p:spPr>
              <a:xfrm>
                <a:off x="6996750" y="853188"/>
                <a:ext cx="55800" cy="55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629" name="Google Shape;629;p26"/>
              <p:cNvSpPr/>
              <p:nvPr/>
            </p:nvSpPr>
            <p:spPr>
              <a:xfrm>
                <a:off x="7327350" y="1137038"/>
                <a:ext cx="55800" cy="55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630" name="Google Shape;630;p26"/>
            <p:cNvGrpSpPr/>
            <p:nvPr/>
          </p:nvGrpSpPr>
          <p:grpSpPr>
            <a:xfrm rot="-441616">
              <a:off x="883761" y="1822868"/>
              <a:ext cx="377477" cy="372765"/>
              <a:chOff x="7734988" y="693913"/>
              <a:chExt cx="377500" cy="372788"/>
            </a:xfrm>
          </p:grpSpPr>
          <p:sp>
            <p:nvSpPr>
              <p:cNvPr id="631" name="Google Shape;631;p26"/>
              <p:cNvSpPr/>
              <p:nvPr/>
            </p:nvSpPr>
            <p:spPr>
              <a:xfrm>
                <a:off x="7758800" y="718925"/>
                <a:ext cx="333075" cy="324325"/>
              </a:xfrm>
              <a:custGeom>
                <a:rect b="b" l="l" r="r" t="t"/>
                <a:pathLst>
                  <a:path extrusionOk="0" h="12973" w="13323">
                    <a:moveTo>
                      <a:pt x="0" y="12622"/>
                    </a:moveTo>
                    <a:lnTo>
                      <a:pt x="6661" y="0"/>
                    </a:lnTo>
                    <a:lnTo>
                      <a:pt x="13323" y="12973"/>
                    </a:lnTo>
                    <a:close/>
                  </a:path>
                </a:pathLst>
              </a:custGeom>
              <a:noFill/>
              <a:ln cap="flat" cmpd="sng" w="9525">
                <a:solidFill>
                  <a:schemeClr val="l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sp>
          <p:sp>
            <p:nvSpPr>
              <p:cNvPr id="632" name="Google Shape;632;p26"/>
              <p:cNvSpPr/>
              <p:nvPr/>
            </p:nvSpPr>
            <p:spPr>
              <a:xfrm>
                <a:off x="7897438" y="693913"/>
                <a:ext cx="55800" cy="55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633" name="Google Shape;633;p26"/>
              <p:cNvSpPr/>
              <p:nvPr/>
            </p:nvSpPr>
            <p:spPr>
              <a:xfrm>
                <a:off x="7734988" y="1003025"/>
                <a:ext cx="55800" cy="55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634" name="Google Shape;634;p26"/>
              <p:cNvSpPr/>
              <p:nvPr/>
            </p:nvSpPr>
            <p:spPr>
              <a:xfrm>
                <a:off x="8056688" y="1010900"/>
                <a:ext cx="55800" cy="55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  <p:sp>
        <p:nvSpPr>
          <p:cNvPr id="635" name="Google Shape;635;p2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9" name="Shape 6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0" name="Google Shape;640;p27"/>
          <p:cNvSpPr txBox="1"/>
          <p:nvPr>
            <p:ph type="title"/>
          </p:nvPr>
        </p:nvSpPr>
        <p:spPr>
          <a:xfrm>
            <a:off x="243875" y="521225"/>
            <a:ext cx="8656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</a:t>
            </a:r>
            <a:r>
              <a:rPr lang="en"/>
              <a:t>ngiotensin-converting enzyme 2 (</a:t>
            </a:r>
            <a:r>
              <a:rPr lang="en"/>
              <a:t>ACE2)</a:t>
            </a:r>
            <a:endParaRPr/>
          </a:p>
        </p:txBody>
      </p:sp>
      <p:sp>
        <p:nvSpPr>
          <p:cNvPr id="641" name="Google Shape;641;p27"/>
          <p:cNvSpPr txBox="1"/>
          <p:nvPr/>
        </p:nvSpPr>
        <p:spPr>
          <a:xfrm>
            <a:off x="820300" y="3383125"/>
            <a:ext cx="2554500" cy="47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★"/>
            </a:pPr>
            <a:r>
              <a:rPr lang="en"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SARS-CoV, SARS-CoV-2 and HCoV-NL63</a:t>
            </a:r>
            <a:endParaRPr sz="12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42" name="Google Shape;642;p27"/>
          <p:cNvSpPr txBox="1"/>
          <p:nvPr/>
        </p:nvSpPr>
        <p:spPr>
          <a:xfrm>
            <a:off x="820300" y="2639249"/>
            <a:ext cx="2554500" cy="30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★"/>
            </a:pPr>
            <a:r>
              <a:rPr lang="en"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Physiological processes</a:t>
            </a:r>
            <a:endParaRPr sz="12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43" name="Google Shape;643;p27"/>
          <p:cNvSpPr txBox="1"/>
          <p:nvPr/>
        </p:nvSpPr>
        <p:spPr>
          <a:xfrm>
            <a:off x="820300" y="1819175"/>
            <a:ext cx="2554500" cy="30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★"/>
            </a:pPr>
            <a:r>
              <a:rPr lang="en"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M</a:t>
            </a:r>
            <a:r>
              <a:rPr lang="en"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embrane-bound protein</a:t>
            </a:r>
            <a:endParaRPr sz="12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644" name="Google Shape;644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33600" y="1623025"/>
            <a:ext cx="4488125" cy="2507050"/>
          </a:xfrm>
          <a:prstGeom prst="rect">
            <a:avLst/>
          </a:prstGeom>
          <a:noFill/>
          <a:ln>
            <a:noFill/>
          </a:ln>
        </p:spPr>
      </p:pic>
      <p:sp>
        <p:nvSpPr>
          <p:cNvPr id="645" name="Google Shape;645;p27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9" name="Shape 6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0" name="Google Shape;650;p28"/>
          <p:cNvSpPr txBox="1"/>
          <p:nvPr>
            <p:ph type="title"/>
          </p:nvPr>
        </p:nvSpPr>
        <p:spPr>
          <a:xfrm>
            <a:off x="807550" y="1793250"/>
            <a:ext cx="7704000" cy="111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“</a:t>
            </a:r>
            <a:r>
              <a:rPr lang="en"/>
              <a:t>To what extent can susceptibility to COVID-19 be predicted based on variations in the ACE2 sequence?”</a:t>
            </a:r>
            <a:endParaRPr/>
          </a:p>
        </p:txBody>
      </p:sp>
      <p:sp>
        <p:nvSpPr>
          <p:cNvPr id="651" name="Google Shape;651;p2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5" name="Shape 6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6" name="Google Shape;656;p29"/>
          <p:cNvPicPr preferRelativeResize="0"/>
          <p:nvPr>
            <p:ph idx="3" type="pic"/>
          </p:nvPr>
        </p:nvPicPr>
        <p:blipFill rotWithShape="1">
          <a:blip r:embed="rId3">
            <a:alphaModFix/>
          </a:blip>
          <a:srcRect b="1371" l="2199" r="2199" t="52476"/>
          <a:stretch/>
        </p:blipFill>
        <p:spPr>
          <a:xfrm>
            <a:off x="0" y="0"/>
            <a:ext cx="9143997" cy="2942298"/>
          </a:xfrm>
          <a:prstGeom prst="rect">
            <a:avLst/>
          </a:prstGeom>
        </p:spPr>
      </p:pic>
      <p:pic>
        <p:nvPicPr>
          <p:cNvPr id="657" name="Google Shape;657;p2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flipH="1" rot="5400000">
            <a:off x="3552575" y="-2642252"/>
            <a:ext cx="2064075" cy="9169226"/>
          </a:xfrm>
          <a:prstGeom prst="rect">
            <a:avLst/>
          </a:prstGeom>
          <a:noFill/>
          <a:ln>
            <a:noFill/>
          </a:ln>
        </p:spPr>
      </p:pic>
      <p:sp>
        <p:nvSpPr>
          <p:cNvPr id="658" name="Google Shape;658;p29"/>
          <p:cNvSpPr txBox="1"/>
          <p:nvPr>
            <p:ph type="title"/>
          </p:nvPr>
        </p:nvSpPr>
        <p:spPr>
          <a:xfrm>
            <a:off x="3187500" y="3044350"/>
            <a:ext cx="3886500" cy="841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Methodology</a:t>
            </a:r>
            <a:endParaRPr/>
          </a:p>
        </p:txBody>
      </p:sp>
      <p:sp>
        <p:nvSpPr>
          <p:cNvPr id="659" name="Google Shape;659;p29"/>
          <p:cNvSpPr txBox="1"/>
          <p:nvPr>
            <p:ph idx="2" type="title"/>
          </p:nvPr>
        </p:nvSpPr>
        <p:spPr>
          <a:xfrm>
            <a:off x="1344800" y="3044350"/>
            <a:ext cx="1842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grpSp>
        <p:nvGrpSpPr>
          <p:cNvPr id="660" name="Google Shape;660;p29"/>
          <p:cNvGrpSpPr/>
          <p:nvPr/>
        </p:nvGrpSpPr>
        <p:grpSpPr>
          <a:xfrm>
            <a:off x="378200" y="1346975"/>
            <a:ext cx="905360" cy="871301"/>
            <a:chOff x="378200" y="1346975"/>
            <a:chExt cx="905360" cy="871301"/>
          </a:xfrm>
        </p:grpSpPr>
        <p:grpSp>
          <p:nvGrpSpPr>
            <p:cNvPr id="661" name="Google Shape;661;p29"/>
            <p:cNvGrpSpPr/>
            <p:nvPr/>
          </p:nvGrpSpPr>
          <p:grpSpPr>
            <a:xfrm>
              <a:off x="378200" y="1346975"/>
              <a:ext cx="386400" cy="509638"/>
              <a:chOff x="6996750" y="683200"/>
              <a:chExt cx="386400" cy="509638"/>
            </a:xfrm>
          </p:grpSpPr>
          <p:sp>
            <p:nvSpPr>
              <p:cNvPr id="662" name="Google Shape;662;p29"/>
              <p:cNvSpPr/>
              <p:nvPr/>
            </p:nvSpPr>
            <p:spPr>
              <a:xfrm>
                <a:off x="7022500" y="704325"/>
                <a:ext cx="338925" cy="464550"/>
              </a:xfrm>
              <a:custGeom>
                <a:rect b="b" l="l" r="r" t="t"/>
                <a:pathLst>
                  <a:path extrusionOk="0" h="18582" w="13557">
                    <a:moveTo>
                      <a:pt x="0" y="7012"/>
                    </a:moveTo>
                    <a:lnTo>
                      <a:pt x="11103" y="0"/>
                    </a:lnTo>
                    <a:lnTo>
                      <a:pt x="13557" y="18582"/>
                    </a:lnTo>
                    <a:close/>
                  </a:path>
                </a:pathLst>
              </a:custGeom>
              <a:noFill/>
              <a:ln cap="flat" cmpd="sng" w="9525">
                <a:solidFill>
                  <a:schemeClr val="l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sp>
          <p:sp>
            <p:nvSpPr>
              <p:cNvPr id="663" name="Google Shape;663;p29"/>
              <p:cNvSpPr/>
              <p:nvPr/>
            </p:nvSpPr>
            <p:spPr>
              <a:xfrm>
                <a:off x="7271550" y="683200"/>
                <a:ext cx="55800" cy="55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664" name="Google Shape;664;p29"/>
              <p:cNvSpPr/>
              <p:nvPr/>
            </p:nvSpPr>
            <p:spPr>
              <a:xfrm>
                <a:off x="6996750" y="853188"/>
                <a:ext cx="55800" cy="55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665" name="Google Shape;665;p29"/>
              <p:cNvSpPr/>
              <p:nvPr/>
            </p:nvSpPr>
            <p:spPr>
              <a:xfrm>
                <a:off x="7327350" y="1137038"/>
                <a:ext cx="55800" cy="55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666" name="Google Shape;666;p29"/>
            <p:cNvGrpSpPr/>
            <p:nvPr/>
          </p:nvGrpSpPr>
          <p:grpSpPr>
            <a:xfrm rot="-441616">
              <a:off x="883761" y="1822868"/>
              <a:ext cx="377477" cy="372765"/>
              <a:chOff x="7734988" y="693913"/>
              <a:chExt cx="377500" cy="372788"/>
            </a:xfrm>
          </p:grpSpPr>
          <p:sp>
            <p:nvSpPr>
              <p:cNvPr id="667" name="Google Shape;667;p29"/>
              <p:cNvSpPr/>
              <p:nvPr/>
            </p:nvSpPr>
            <p:spPr>
              <a:xfrm>
                <a:off x="7758800" y="718925"/>
                <a:ext cx="333075" cy="324325"/>
              </a:xfrm>
              <a:custGeom>
                <a:rect b="b" l="l" r="r" t="t"/>
                <a:pathLst>
                  <a:path extrusionOk="0" h="12973" w="13323">
                    <a:moveTo>
                      <a:pt x="0" y="12622"/>
                    </a:moveTo>
                    <a:lnTo>
                      <a:pt x="6661" y="0"/>
                    </a:lnTo>
                    <a:lnTo>
                      <a:pt x="13323" y="12973"/>
                    </a:lnTo>
                    <a:close/>
                  </a:path>
                </a:pathLst>
              </a:custGeom>
              <a:noFill/>
              <a:ln cap="flat" cmpd="sng" w="9525">
                <a:solidFill>
                  <a:schemeClr val="l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sp>
          <p:sp>
            <p:nvSpPr>
              <p:cNvPr id="668" name="Google Shape;668;p29"/>
              <p:cNvSpPr/>
              <p:nvPr/>
            </p:nvSpPr>
            <p:spPr>
              <a:xfrm>
                <a:off x="7897438" y="693913"/>
                <a:ext cx="55800" cy="55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669" name="Google Shape;669;p29"/>
              <p:cNvSpPr/>
              <p:nvPr/>
            </p:nvSpPr>
            <p:spPr>
              <a:xfrm>
                <a:off x="7734988" y="1003025"/>
                <a:ext cx="55800" cy="55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670" name="Google Shape;670;p29"/>
              <p:cNvSpPr/>
              <p:nvPr/>
            </p:nvSpPr>
            <p:spPr>
              <a:xfrm>
                <a:off x="8056688" y="1010900"/>
                <a:ext cx="55800" cy="55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  <p:sp>
        <p:nvSpPr>
          <p:cNvPr id="671" name="Google Shape;671;p29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5" name="Shape 6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6" name="Google Shape;676;p30"/>
          <p:cNvSpPr txBox="1"/>
          <p:nvPr>
            <p:ph type="title"/>
          </p:nvPr>
        </p:nvSpPr>
        <p:spPr>
          <a:xfrm>
            <a:off x="243875" y="521225"/>
            <a:ext cx="8656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 collection</a:t>
            </a:r>
            <a:endParaRPr/>
          </a:p>
        </p:txBody>
      </p:sp>
      <p:sp>
        <p:nvSpPr>
          <p:cNvPr id="677" name="Google Shape;677;p30"/>
          <p:cNvSpPr txBox="1"/>
          <p:nvPr/>
        </p:nvSpPr>
        <p:spPr>
          <a:xfrm>
            <a:off x="1428750" y="2171902"/>
            <a:ext cx="2712600" cy="146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Inter"/>
              <a:buChar char="★"/>
            </a:pPr>
            <a:r>
              <a:rPr b="1" lang="en" sz="15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Placentals</a:t>
            </a:r>
            <a:endParaRPr b="1" sz="15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Inter"/>
              <a:buChar char="★"/>
            </a:pPr>
            <a:r>
              <a:rPr b="1" lang="en" sz="15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Marsupials</a:t>
            </a:r>
            <a:endParaRPr b="1" sz="15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Inter"/>
              <a:buChar char="★"/>
            </a:pPr>
            <a:r>
              <a:rPr b="1" lang="en" sz="15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Monotremes</a:t>
            </a:r>
            <a:endParaRPr b="1" sz="15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678" name="Google Shape;678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1363" y="1379950"/>
            <a:ext cx="3143887" cy="3226575"/>
          </a:xfrm>
          <a:prstGeom prst="rect">
            <a:avLst/>
          </a:prstGeom>
          <a:noFill/>
          <a:ln>
            <a:noFill/>
          </a:ln>
        </p:spPr>
      </p:pic>
      <p:sp>
        <p:nvSpPr>
          <p:cNvPr id="679" name="Google Shape;679;p30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3" name="Shape 6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4" name="Google Shape;684;p31"/>
          <p:cNvSpPr txBox="1"/>
          <p:nvPr>
            <p:ph type="title"/>
          </p:nvPr>
        </p:nvSpPr>
        <p:spPr>
          <a:xfrm>
            <a:off x="720000" y="2164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Multiple Sequence Alignment</a:t>
            </a:r>
            <a:endParaRPr/>
          </a:p>
        </p:txBody>
      </p:sp>
      <p:sp>
        <p:nvSpPr>
          <p:cNvPr id="685" name="Google Shape;685;p31"/>
          <p:cNvSpPr txBox="1"/>
          <p:nvPr/>
        </p:nvSpPr>
        <p:spPr>
          <a:xfrm>
            <a:off x="3783600" y="4711300"/>
            <a:ext cx="1576800" cy="47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Clustal Omega</a:t>
            </a:r>
            <a:endParaRPr b="1" sz="15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86" name="Google Shape;686;p3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687" name="Google Shape;687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25400" y="941525"/>
            <a:ext cx="4293199" cy="37894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1" name="Shape 6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2" name="Google Shape;692;p32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MAFFT vs. T-COFFEE</a:t>
            </a:r>
            <a:endParaRPr/>
          </a:p>
        </p:txBody>
      </p:sp>
      <p:sp>
        <p:nvSpPr>
          <p:cNvPr id="693" name="Google Shape;693;p3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694" name="Google Shape;694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62025" y="1547813"/>
            <a:ext cx="7219950" cy="2047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8" name="Shape 6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9" name="Google Shape;699;p33"/>
          <p:cNvPicPr preferRelativeResize="0"/>
          <p:nvPr>
            <p:ph idx="3" type="pic"/>
          </p:nvPr>
        </p:nvPicPr>
        <p:blipFill rotWithShape="1">
          <a:blip r:embed="rId3">
            <a:alphaModFix/>
          </a:blip>
          <a:srcRect b="1371" l="2199" r="2199" t="52476"/>
          <a:stretch/>
        </p:blipFill>
        <p:spPr>
          <a:xfrm>
            <a:off x="0" y="0"/>
            <a:ext cx="9143997" cy="2942298"/>
          </a:xfrm>
          <a:prstGeom prst="rect">
            <a:avLst/>
          </a:prstGeom>
        </p:spPr>
      </p:pic>
      <p:pic>
        <p:nvPicPr>
          <p:cNvPr id="700" name="Google Shape;700;p3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flipH="1" rot="5400000">
            <a:off x="3552575" y="-2642252"/>
            <a:ext cx="2064075" cy="9169226"/>
          </a:xfrm>
          <a:prstGeom prst="rect">
            <a:avLst/>
          </a:prstGeom>
          <a:noFill/>
          <a:ln>
            <a:noFill/>
          </a:ln>
        </p:spPr>
      </p:pic>
      <p:sp>
        <p:nvSpPr>
          <p:cNvPr id="701" name="Google Shape;701;p33"/>
          <p:cNvSpPr txBox="1"/>
          <p:nvPr>
            <p:ph type="title"/>
          </p:nvPr>
        </p:nvSpPr>
        <p:spPr>
          <a:xfrm>
            <a:off x="3187500" y="3044350"/>
            <a:ext cx="3886500" cy="841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Results</a:t>
            </a:r>
            <a:endParaRPr/>
          </a:p>
        </p:txBody>
      </p:sp>
      <p:sp>
        <p:nvSpPr>
          <p:cNvPr id="702" name="Google Shape;702;p33"/>
          <p:cNvSpPr txBox="1"/>
          <p:nvPr>
            <p:ph idx="2" type="title"/>
          </p:nvPr>
        </p:nvSpPr>
        <p:spPr>
          <a:xfrm>
            <a:off x="1344800" y="3044350"/>
            <a:ext cx="1842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/>
          </a:p>
        </p:txBody>
      </p:sp>
      <p:grpSp>
        <p:nvGrpSpPr>
          <p:cNvPr id="703" name="Google Shape;703;p33"/>
          <p:cNvGrpSpPr/>
          <p:nvPr/>
        </p:nvGrpSpPr>
        <p:grpSpPr>
          <a:xfrm>
            <a:off x="378200" y="1346975"/>
            <a:ext cx="905360" cy="871301"/>
            <a:chOff x="378200" y="1346975"/>
            <a:chExt cx="905360" cy="871301"/>
          </a:xfrm>
        </p:grpSpPr>
        <p:grpSp>
          <p:nvGrpSpPr>
            <p:cNvPr id="704" name="Google Shape;704;p33"/>
            <p:cNvGrpSpPr/>
            <p:nvPr/>
          </p:nvGrpSpPr>
          <p:grpSpPr>
            <a:xfrm>
              <a:off x="378200" y="1346975"/>
              <a:ext cx="386400" cy="509638"/>
              <a:chOff x="6996750" y="683200"/>
              <a:chExt cx="386400" cy="509638"/>
            </a:xfrm>
          </p:grpSpPr>
          <p:sp>
            <p:nvSpPr>
              <p:cNvPr id="705" name="Google Shape;705;p33"/>
              <p:cNvSpPr/>
              <p:nvPr/>
            </p:nvSpPr>
            <p:spPr>
              <a:xfrm>
                <a:off x="7022500" y="704325"/>
                <a:ext cx="338925" cy="464550"/>
              </a:xfrm>
              <a:custGeom>
                <a:rect b="b" l="l" r="r" t="t"/>
                <a:pathLst>
                  <a:path extrusionOk="0" h="18582" w="13557">
                    <a:moveTo>
                      <a:pt x="0" y="7012"/>
                    </a:moveTo>
                    <a:lnTo>
                      <a:pt x="11103" y="0"/>
                    </a:lnTo>
                    <a:lnTo>
                      <a:pt x="13557" y="18582"/>
                    </a:lnTo>
                    <a:close/>
                  </a:path>
                </a:pathLst>
              </a:custGeom>
              <a:noFill/>
              <a:ln cap="flat" cmpd="sng" w="9525">
                <a:solidFill>
                  <a:schemeClr val="l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sp>
          <p:sp>
            <p:nvSpPr>
              <p:cNvPr id="706" name="Google Shape;706;p33"/>
              <p:cNvSpPr/>
              <p:nvPr/>
            </p:nvSpPr>
            <p:spPr>
              <a:xfrm>
                <a:off x="7271550" y="683200"/>
                <a:ext cx="55800" cy="55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707" name="Google Shape;707;p33"/>
              <p:cNvSpPr/>
              <p:nvPr/>
            </p:nvSpPr>
            <p:spPr>
              <a:xfrm>
                <a:off x="6996750" y="853188"/>
                <a:ext cx="55800" cy="55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708" name="Google Shape;708;p33"/>
              <p:cNvSpPr/>
              <p:nvPr/>
            </p:nvSpPr>
            <p:spPr>
              <a:xfrm>
                <a:off x="7327350" y="1137038"/>
                <a:ext cx="55800" cy="55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709" name="Google Shape;709;p33"/>
            <p:cNvGrpSpPr/>
            <p:nvPr/>
          </p:nvGrpSpPr>
          <p:grpSpPr>
            <a:xfrm rot="-441616">
              <a:off x="883761" y="1822868"/>
              <a:ext cx="377477" cy="372765"/>
              <a:chOff x="7734988" y="693913"/>
              <a:chExt cx="377500" cy="372788"/>
            </a:xfrm>
          </p:grpSpPr>
          <p:sp>
            <p:nvSpPr>
              <p:cNvPr id="710" name="Google Shape;710;p33"/>
              <p:cNvSpPr/>
              <p:nvPr/>
            </p:nvSpPr>
            <p:spPr>
              <a:xfrm>
                <a:off x="7758800" y="718925"/>
                <a:ext cx="333075" cy="324325"/>
              </a:xfrm>
              <a:custGeom>
                <a:rect b="b" l="l" r="r" t="t"/>
                <a:pathLst>
                  <a:path extrusionOk="0" h="12973" w="13323">
                    <a:moveTo>
                      <a:pt x="0" y="12622"/>
                    </a:moveTo>
                    <a:lnTo>
                      <a:pt x="6661" y="0"/>
                    </a:lnTo>
                    <a:lnTo>
                      <a:pt x="13323" y="12973"/>
                    </a:lnTo>
                    <a:close/>
                  </a:path>
                </a:pathLst>
              </a:custGeom>
              <a:noFill/>
              <a:ln cap="flat" cmpd="sng" w="9525">
                <a:solidFill>
                  <a:schemeClr val="l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sp>
          <p:sp>
            <p:nvSpPr>
              <p:cNvPr id="711" name="Google Shape;711;p33"/>
              <p:cNvSpPr/>
              <p:nvPr/>
            </p:nvSpPr>
            <p:spPr>
              <a:xfrm>
                <a:off x="7897438" y="693913"/>
                <a:ext cx="55800" cy="55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712" name="Google Shape;712;p33"/>
              <p:cNvSpPr/>
              <p:nvPr/>
            </p:nvSpPr>
            <p:spPr>
              <a:xfrm>
                <a:off x="7734988" y="1003025"/>
                <a:ext cx="55800" cy="55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713" name="Google Shape;713;p33"/>
              <p:cNvSpPr/>
              <p:nvPr/>
            </p:nvSpPr>
            <p:spPr>
              <a:xfrm>
                <a:off x="8056688" y="1010900"/>
                <a:ext cx="55800" cy="55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  <p:sp>
        <p:nvSpPr>
          <p:cNvPr id="714" name="Google Shape;714;p3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8" name="Shape 7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9" name="Google Shape;719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43841" y="26588"/>
            <a:ext cx="5856322" cy="5090325"/>
          </a:xfrm>
          <a:prstGeom prst="rect">
            <a:avLst/>
          </a:prstGeom>
          <a:noFill/>
          <a:ln>
            <a:noFill/>
          </a:ln>
        </p:spPr>
      </p:pic>
      <p:sp>
        <p:nvSpPr>
          <p:cNvPr id="720" name="Google Shape;720;p3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4" name="Shape 7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5" name="Google Shape;725;p35"/>
          <p:cNvSpPr txBox="1"/>
          <p:nvPr>
            <p:ph type="title"/>
          </p:nvPr>
        </p:nvSpPr>
        <p:spPr>
          <a:xfrm>
            <a:off x="719988" y="26365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did we realize through this study?</a:t>
            </a:r>
            <a:endParaRPr/>
          </a:p>
        </p:txBody>
      </p:sp>
      <p:pic>
        <p:nvPicPr>
          <p:cNvPr id="726" name="Google Shape;726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25176" y="1078250"/>
            <a:ext cx="5093625" cy="3801600"/>
          </a:xfrm>
          <a:prstGeom prst="rect">
            <a:avLst/>
          </a:prstGeom>
          <a:noFill/>
          <a:ln>
            <a:noFill/>
          </a:ln>
        </p:spPr>
      </p:pic>
      <p:sp>
        <p:nvSpPr>
          <p:cNvPr id="727" name="Google Shape;727;p3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1" name="Shape 7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2" name="Google Shape;732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05688" y="939763"/>
            <a:ext cx="5705475" cy="3267075"/>
          </a:xfrm>
          <a:prstGeom prst="rect">
            <a:avLst/>
          </a:prstGeom>
          <a:noFill/>
          <a:ln>
            <a:noFill/>
          </a:ln>
        </p:spPr>
      </p:pic>
      <p:sp>
        <p:nvSpPr>
          <p:cNvPr id="733" name="Google Shape;733;p36"/>
          <p:cNvSpPr/>
          <p:nvPr/>
        </p:nvSpPr>
        <p:spPr>
          <a:xfrm>
            <a:off x="2341838" y="936663"/>
            <a:ext cx="446700" cy="32670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34" name="Google Shape;734;p36"/>
          <p:cNvSpPr txBox="1"/>
          <p:nvPr>
            <p:ph type="title"/>
          </p:nvPr>
        </p:nvSpPr>
        <p:spPr>
          <a:xfrm>
            <a:off x="432835" y="2080550"/>
            <a:ext cx="1750500" cy="98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16 important residues</a:t>
            </a:r>
            <a:endParaRPr sz="2400"/>
          </a:p>
        </p:txBody>
      </p:sp>
      <p:sp>
        <p:nvSpPr>
          <p:cNvPr id="735" name="Google Shape;735;p3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9" name="Shape 7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0" name="Google Shape;740;p37"/>
          <p:cNvSpPr txBox="1"/>
          <p:nvPr>
            <p:ph type="title"/>
          </p:nvPr>
        </p:nvSpPr>
        <p:spPr>
          <a:xfrm>
            <a:off x="910713" y="548163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Original </a:t>
            </a:r>
            <a:r>
              <a:rPr lang="en"/>
              <a:t>sequence</a:t>
            </a:r>
            <a:r>
              <a:rPr lang="en"/>
              <a:t> (805 aa)</a:t>
            </a:r>
            <a:endParaRPr/>
          </a:p>
        </p:txBody>
      </p:sp>
      <p:sp>
        <p:nvSpPr>
          <p:cNvPr id="741" name="Google Shape;741;p37"/>
          <p:cNvSpPr txBox="1"/>
          <p:nvPr>
            <p:ph type="title"/>
          </p:nvPr>
        </p:nvSpPr>
        <p:spPr>
          <a:xfrm>
            <a:off x="910713" y="228540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/>
              <a:t>We extract the positions</a:t>
            </a:r>
            <a:endParaRPr sz="2600"/>
          </a:p>
        </p:txBody>
      </p:sp>
      <p:sp>
        <p:nvSpPr>
          <p:cNvPr id="742" name="Google Shape;742;p37"/>
          <p:cNvSpPr txBox="1"/>
          <p:nvPr>
            <p:ph type="title"/>
          </p:nvPr>
        </p:nvSpPr>
        <p:spPr>
          <a:xfrm>
            <a:off x="910713" y="4022638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/>
              <a:t>We get new sequences (16 aa)</a:t>
            </a:r>
            <a:endParaRPr sz="2800"/>
          </a:p>
        </p:txBody>
      </p:sp>
      <p:sp>
        <p:nvSpPr>
          <p:cNvPr id="743" name="Google Shape;743;p37"/>
          <p:cNvSpPr/>
          <p:nvPr/>
        </p:nvSpPr>
        <p:spPr>
          <a:xfrm rot="5400000">
            <a:off x="4222413" y="1323613"/>
            <a:ext cx="1080600" cy="8430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44" name="Google Shape;744;p37"/>
          <p:cNvSpPr/>
          <p:nvPr/>
        </p:nvSpPr>
        <p:spPr>
          <a:xfrm rot="5400000">
            <a:off x="4222413" y="3018875"/>
            <a:ext cx="1080600" cy="8430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45" name="Google Shape;745;p37"/>
          <p:cNvSpPr/>
          <p:nvPr/>
        </p:nvSpPr>
        <p:spPr>
          <a:xfrm>
            <a:off x="2171763" y="1572713"/>
            <a:ext cx="1952100" cy="417900"/>
          </a:xfrm>
          <a:prstGeom prst="stripedRightArrow">
            <a:avLst>
              <a:gd fmla="val 20711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46" name="Google Shape;746;p37"/>
          <p:cNvSpPr txBox="1"/>
          <p:nvPr>
            <p:ph type="title"/>
          </p:nvPr>
        </p:nvSpPr>
        <p:spPr>
          <a:xfrm>
            <a:off x="529288" y="1572713"/>
            <a:ext cx="1483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ARTICLE I</a:t>
            </a:r>
            <a:endParaRPr sz="2000"/>
          </a:p>
        </p:txBody>
      </p:sp>
      <p:sp>
        <p:nvSpPr>
          <p:cNvPr id="747" name="Google Shape;747;p37"/>
          <p:cNvSpPr txBox="1"/>
          <p:nvPr>
            <p:ph type="title"/>
          </p:nvPr>
        </p:nvSpPr>
        <p:spPr>
          <a:xfrm>
            <a:off x="529288" y="3231425"/>
            <a:ext cx="1483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PYTHON FUNCTION</a:t>
            </a:r>
            <a:endParaRPr sz="1600"/>
          </a:p>
        </p:txBody>
      </p:sp>
      <p:sp>
        <p:nvSpPr>
          <p:cNvPr id="748" name="Google Shape;748;p37"/>
          <p:cNvSpPr/>
          <p:nvPr/>
        </p:nvSpPr>
        <p:spPr>
          <a:xfrm>
            <a:off x="2171763" y="3386238"/>
            <a:ext cx="1952100" cy="417900"/>
          </a:xfrm>
          <a:prstGeom prst="stripedRightArrow">
            <a:avLst>
              <a:gd fmla="val 20711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49" name="Google Shape;749;p37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3" name="Shape 7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4" name="Google Shape;754;p38"/>
          <p:cNvSpPr txBox="1"/>
          <p:nvPr>
            <p:ph type="title"/>
          </p:nvPr>
        </p:nvSpPr>
        <p:spPr>
          <a:xfrm>
            <a:off x="720000" y="3095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Final p</a:t>
            </a:r>
            <a:r>
              <a:rPr lang="en"/>
              <a:t>hylogenetic tree 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55" name="Google Shape;755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48563" y="1013000"/>
            <a:ext cx="4046869" cy="3820975"/>
          </a:xfrm>
          <a:prstGeom prst="rect">
            <a:avLst/>
          </a:prstGeom>
          <a:noFill/>
          <a:ln>
            <a:noFill/>
          </a:ln>
        </p:spPr>
      </p:pic>
      <p:sp>
        <p:nvSpPr>
          <p:cNvPr id="756" name="Google Shape;756;p3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0" name="Shape 7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1" name="Google Shape;761;p39"/>
          <p:cNvPicPr preferRelativeResize="0"/>
          <p:nvPr>
            <p:ph idx="3" type="pic"/>
          </p:nvPr>
        </p:nvPicPr>
        <p:blipFill rotWithShape="1">
          <a:blip r:embed="rId3">
            <a:alphaModFix/>
          </a:blip>
          <a:srcRect b="1371" l="2199" r="2199" t="52476"/>
          <a:stretch/>
        </p:blipFill>
        <p:spPr>
          <a:xfrm>
            <a:off x="0" y="0"/>
            <a:ext cx="9143997" cy="2942298"/>
          </a:xfrm>
          <a:prstGeom prst="rect">
            <a:avLst/>
          </a:prstGeom>
        </p:spPr>
      </p:pic>
      <p:pic>
        <p:nvPicPr>
          <p:cNvPr id="762" name="Google Shape;762;p3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flipH="1" rot="5400000">
            <a:off x="3552575" y="-2642252"/>
            <a:ext cx="2064075" cy="9169226"/>
          </a:xfrm>
          <a:prstGeom prst="rect">
            <a:avLst/>
          </a:prstGeom>
          <a:noFill/>
          <a:ln>
            <a:noFill/>
          </a:ln>
        </p:spPr>
      </p:pic>
      <p:sp>
        <p:nvSpPr>
          <p:cNvPr id="763" name="Google Shape;763;p39"/>
          <p:cNvSpPr txBox="1"/>
          <p:nvPr>
            <p:ph type="title"/>
          </p:nvPr>
        </p:nvSpPr>
        <p:spPr>
          <a:xfrm>
            <a:off x="3187500" y="3044350"/>
            <a:ext cx="3886500" cy="841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Discussion</a:t>
            </a:r>
            <a:endParaRPr/>
          </a:p>
        </p:txBody>
      </p:sp>
      <p:sp>
        <p:nvSpPr>
          <p:cNvPr id="764" name="Google Shape;764;p39"/>
          <p:cNvSpPr txBox="1"/>
          <p:nvPr>
            <p:ph idx="2" type="title"/>
          </p:nvPr>
        </p:nvSpPr>
        <p:spPr>
          <a:xfrm>
            <a:off x="1344800" y="3044350"/>
            <a:ext cx="1842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04</a:t>
            </a:r>
            <a:endParaRPr/>
          </a:p>
        </p:txBody>
      </p:sp>
      <p:grpSp>
        <p:nvGrpSpPr>
          <p:cNvPr id="765" name="Google Shape;765;p39"/>
          <p:cNvGrpSpPr/>
          <p:nvPr/>
        </p:nvGrpSpPr>
        <p:grpSpPr>
          <a:xfrm>
            <a:off x="378200" y="1346975"/>
            <a:ext cx="905360" cy="871301"/>
            <a:chOff x="378200" y="1346975"/>
            <a:chExt cx="905360" cy="871301"/>
          </a:xfrm>
        </p:grpSpPr>
        <p:grpSp>
          <p:nvGrpSpPr>
            <p:cNvPr id="766" name="Google Shape;766;p39"/>
            <p:cNvGrpSpPr/>
            <p:nvPr/>
          </p:nvGrpSpPr>
          <p:grpSpPr>
            <a:xfrm>
              <a:off x="378200" y="1346975"/>
              <a:ext cx="386400" cy="509638"/>
              <a:chOff x="6996750" y="683200"/>
              <a:chExt cx="386400" cy="509638"/>
            </a:xfrm>
          </p:grpSpPr>
          <p:sp>
            <p:nvSpPr>
              <p:cNvPr id="767" name="Google Shape;767;p39"/>
              <p:cNvSpPr/>
              <p:nvPr/>
            </p:nvSpPr>
            <p:spPr>
              <a:xfrm>
                <a:off x="7022500" y="704325"/>
                <a:ext cx="338925" cy="464550"/>
              </a:xfrm>
              <a:custGeom>
                <a:rect b="b" l="l" r="r" t="t"/>
                <a:pathLst>
                  <a:path extrusionOk="0" h="18582" w="13557">
                    <a:moveTo>
                      <a:pt x="0" y="7012"/>
                    </a:moveTo>
                    <a:lnTo>
                      <a:pt x="11103" y="0"/>
                    </a:lnTo>
                    <a:lnTo>
                      <a:pt x="13557" y="18582"/>
                    </a:lnTo>
                    <a:close/>
                  </a:path>
                </a:pathLst>
              </a:custGeom>
              <a:noFill/>
              <a:ln cap="flat" cmpd="sng" w="9525">
                <a:solidFill>
                  <a:schemeClr val="l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sp>
          <p:sp>
            <p:nvSpPr>
              <p:cNvPr id="768" name="Google Shape;768;p39"/>
              <p:cNvSpPr/>
              <p:nvPr/>
            </p:nvSpPr>
            <p:spPr>
              <a:xfrm>
                <a:off x="7271550" y="683200"/>
                <a:ext cx="55800" cy="55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769" name="Google Shape;769;p39"/>
              <p:cNvSpPr/>
              <p:nvPr/>
            </p:nvSpPr>
            <p:spPr>
              <a:xfrm>
                <a:off x="6996750" y="853188"/>
                <a:ext cx="55800" cy="55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770" name="Google Shape;770;p39"/>
              <p:cNvSpPr/>
              <p:nvPr/>
            </p:nvSpPr>
            <p:spPr>
              <a:xfrm>
                <a:off x="7327350" y="1137038"/>
                <a:ext cx="55800" cy="55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771" name="Google Shape;771;p39"/>
            <p:cNvGrpSpPr/>
            <p:nvPr/>
          </p:nvGrpSpPr>
          <p:grpSpPr>
            <a:xfrm rot="-441616">
              <a:off x="883761" y="1822868"/>
              <a:ext cx="377477" cy="372765"/>
              <a:chOff x="7734988" y="693913"/>
              <a:chExt cx="377500" cy="372788"/>
            </a:xfrm>
          </p:grpSpPr>
          <p:sp>
            <p:nvSpPr>
              <p:cNvPr id="772" name="Google Shape;772;p39"/>
              <p:cNvSpPr/>
              <p:nvPr/>
            </p:nvSpPr>
            <p:spPr>
              <a:xfrm>
                <a:off x="7758800" y="718925"/>
                <a:ext cx="333075" cy="324325"/>
              </a:xfrm>
              <a:custGeom>
                <a:rect b="b" l="l" r="r" t="t"/>
                <a:pathLst>
                  <a:path extrusionOk="0" h="12973" w="13323">
                    <a:moveTo>
                      <a:pt x="0" y="12622"/>
                    </a:moveTo>
                    <a:lnTo>
                      <a:pt x="6661" y="0"/>
                    </a:lnTo>
                    <a:lnTo>
                      <a:pt x="13323" y="12973"/>
                    </a:lnTo>
                    <a:close/>
                  </a:path>
                </a:pathLst>
              </a:custGeom>
              <a:noFill/>
              <a:ln cap="flat" cmpd="sng" w="9525">
                <a:solidFill>
                  <a:schemeClr val="l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sp>
          <p:sp>
            <p:nvSpPr>
              <p:cNvPr id="773" name="Google Shape;773;p39"/>
              <p:cNvSpPr/>
              <p:nvPr/>
            </p:nvSpPr>
            <p:spPr>
              <a:xfrm>
                <a:off x="7897438" y="693913"/>
                <a:ext cx="55800" cy="55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774" name="Google Shape;774;p39"/>
              <p:cNvSpPr/>
              <p:nvPr/>
            </p:nvSpPr>
            <p:spPr>
              <a:xfrm>
                <a:off x="7734988" y="1003025"/>
                <a:ext cx="55800" cy="55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775" name="Google Shape;775;p39"/>
              <p:cNvSpPr/>
              <p:nvPr/>
            </p:nvSpPr>
            <p:spPr>
              <a:xfrm>
                <a:off x="8056688" y="1010900"/>
                <a:ext cx="55800" cy="55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  <p:sp>
        <p:nvSpPr>
          <p:cNvPr id="776" name="Google Shape;776;p39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0" name="Shape 7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1" name="Google Shape;781;p40"/>
          <p:cNvSpPr txBox="1"/>
          <p:nvPr/>
        </p:nvSpPr>
        <p:spPr>
          <a:xfrm>
            <a:off x="1296763" y="2475263"/>
            <a:ext cx="20733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82" name="Google Shape;782;p40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Prediction of SARS-CoV-2 Resistance</a:t>
            </a:r>
            <a:endParaRPr/>
          </a:p>
        </p:txBody>
      </p:sp>
      <p:sp>
        <p:nvSpPr>
          <p:cNvPr id="783" name="Google Shape;783;p40"/>
          <p:cNvSpPr txBox="1"/>
          <p:nvPr/>
        </p:nvSpPr>
        <p:spPr>
          <a:xfrm>
            <a:off x="1296763" y="3193165"/>
            <a:ext cx="20733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84" name="Google Shape;784;p40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85" name="Google Shape;785;p40"/>
          <p:cNvSpPr txBox="1"/>
          <p:nvPr/>
        </p:nvSpPr>
        <p:spPr>
          <a:xfrm>
            <a:off x="755700" y="1628825"/>
            <a:ext cx="3063600" cy="251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Inter"/>
              <a:buChar char="★"/>
            </a:pPr>
            <a:r>
              <a:rPr b="1" lang="en" sz="15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What divergence level indicates SARS-CoV-2 resistance?</a:t>
            </a:r>
            <a:endParaRPr b="1" sz="15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Inter"/>
              <a:buChar char="★"/>
            </a:pPr>
            <a:r>
              <a:rPr b="1" lang="en" sz="15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Dog and mouse?</a:t>
            </a:r>
            <a:endParaRPr b="1" sz="15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Inter"/>
              <a:buChar char="★"/>
            </a:pPr>
            <a:r>
              <a:rPr b="1" lang="en" sz="15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Just partial overlapping </a:t>
            </a:r>
            <a:endParaRPr b="1" sz="15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786" name="Google Shape;786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48950" y="1707899"/>
            <a:ext cx="4478550" cy="1727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0" name="Shape 7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1" name="Google Shape;791;p41"/>
          <p:cNvSpPr txBox="1"/>
          <p:nvPr>
            <p:ph type="title"/>
          </p:nvPr>
        </p:nvSpPr>
        <p:spPr>
          <a:xfrm>
            <a:off x="720000" y="1402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Prediction of SARS-CoV-2 Resistance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2" name="Google Shape;792;p4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793" name="Google Shape;793;p41"/>
          <p:cNvGrpSpPr/>
          <p:nvPr/>
        </p:nvGrpSpPr>
        <p:grpSpPr>
          <a:xfrm>
            <a:off x="4783550" y="1204875"/>
            <a:ext cx="3773225" cy="2821175"/>
            <a:chOff x="585200" y="1036950"/>
            <a:chExt cx="3773225" cy="2821175"/>
          </a:xfrm>
        </p:grpSpPr>
        <p:pic>
          <p:nvPicPr>
            <p:cNvPr id="794" name="Google Shape;794;p41"/>
            <p:cNvPicPr preferRelativeResize="0"/>
            <p:nvPr/>
          </p:nvPicPr>
          <p:blipFill rotWithShape="1">
            <a:blip r:embed="rId3">
              <a:alphaModFix/>
            </a:blip>
            <a:srcRect b="46871" l="33878" r="6245" t="5718"/>
            <a:stretch/>
          </p:blipFill>
          <p:spPr>
            <a:xfrm>
              <a:off x="585200" y="1036950"/>
              <a:ext cx="3773225" cy="28211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95" name="Google Shape;795;p41"/>
            <p:cNvSpPr/>
            <p:nvPr/>
          </p:nvSpPr>
          <p:spPr>
            <a:xfrm>
              <a:off x="3742800" y="1205425"/>
              <a:ext cx="425100" cy="167400"/>
            </a:xfrm>
            <a:prstGeom prst="leftArrow">
              <a:avLst>
                <a:gd fmla="val 50000" name="adj1"/>
                <a:gd fmla="val 50000" name="adj2"/>
              </a:avLst>
            </a:prstGeom>
            <a:solidFill>
              <a:srgbClr val="FF0000"/>
            </a:solidFill>
            <a:ln cap="flat" cmpd="sng" w="9525">
              <a:solidFill>
                <a:srgbClr val="19191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796" name="Google Shape;796;p41"/>
            <p:cNvSpPr/>
            <p:nvPr/>
          </p:nvSpPr>
          <p:spPr>
            <a:xfrm>
              <a:off x="3714000" y="3490500"/>
              <a:ext cx="425100" cy="167400"/>
            </a:xfrm>
            <a:prstGeom prst="leftArrow">
              <a:avLst>
                <a:gd fmla="val 50000" name="adj1"/>
                <a:gd fmla="val 50000" name="adj2"/>
              </a:avLst>
            </a:prstGeom>
            <a:solidFill>
              <a:srgbClr val="FF0000"/>
            </a:solidFill>
            <a:ln cap="flat" cmpd="sng" w="9525">
              <a:solidFill>
                <a:srgbClr val="19191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797" name="Google Shape;797;p41"/>
          <p:cNvGrpSpPr/>
          <p:nvPr/>
        </p:nvGrpSpPr>
        <p:grpSpPr>
          <a:xfrm>
            <a:off x="478550" y="1204874"/>
            <a:ext cx="4153849" cy="2821176"/>
            <a:chOff x="4526175" y="1036949"/>
            <a:chExt cx="4153849" cy="2821176"/>
          </a:xfrm>
        </p:grpSpPr>
        <p:pic>
          <p:nvPicPr>
            <p:cNvPr id="798" name="Google Shape;798;p41"/>
            <p:cNvPicPr preferRelativeResize="0"/>
            <p:nvPr/>
          </p:nvPicPr>
          <p:blipFill rotWithShape="1">
            <a:blip r:embed="rId4">
              <a:alphaModFix/>
            </a:blip>
            <a:srcRect b="37864" l="38620" r="16114" t="26765"/>
            <a:stretch/>
          </p:blipFill>
          <p:spPr>
            <a:xfrm>
              <a:off x="4526175" y="1036949"/>
              <a:ext cx="4153849" cy="282117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99" name="Google Shape;799;p41"/>
            <p:cNvSpPr/>
            <p:nvPr/>
          </p:nvSpPr>
          <p:spPr>
            <a:xfrm>
              <a:off x="8131675" y="1238400"/>
              <a:ext cx="425100" cy="167400"/>
            </a:xfrm>
            <a:prstGeom prst="leftArrow">
              <a:avLst>
                <a:gd fmla="val 50000" name="adj1"/>
                <a:gd fmla="val 50000" name="adj2"/>
              </a:avLst>
            </a:prstGeom>
            <a:solidFill>
              <a:srgbClr val="FF0000"/>
            </a:solidFill>
            <a:ln cap="flat" cmpd="sng" w="9525">
              <a:solidFill>
                <a:srgbClr val="19191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800" name="Google Shape;800;p41"/>
            <p:cNvSpPr/>
            <p:nvPr/>
          </p:nvSpPr>
          <p:spPr>
            <a:xfrm>
              <a:off x="8339875" y="2798650"/>
              <a:ext cx="309300" cy="167400"/>
            </a:xfrm>
            <a:prstGeom prst="leftArrow">
              <a:avLst>
                <a:gd fmla="val 50000" name="adj1"/>
                <a:gd fmla="val 50000" name="adj2"/>
              </a:avLst>
            </a:prstGeom>
            <a:solidFill>
              <a:srgbClr val="FF0000"/>
            </a:solidFill>
            <a:ln cap="flat" cmpd="sng" w="9525">
              <a:solidFill>
                <a:srgbClr val="19191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Inter"/>
                <a:ea typeface="Inter"/>
                <a:cs typeface="Inter"/>
                <a:sym typeface="Inter"/>
              </a:endParaRPr>
            </a:p>
          </p:txBody>
        </p:sp>
      </p:grp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4" name="Shape 8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5" name="Google Shape;805;p42"/>
          <p:cNvSpPr txBox="1"/>
          <p:nvPr>
            <p:ph type="title"/>
          </p:nvPr>
        </p:nvSpPr>
        <p:spPr>
          <a:xfrm>
            <a:off x="720000" y="1402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Prediction of SARS-CoV-2 Resistance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6" name="Google Shape;806;p4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07" name="Google Shape;807;p42"/>
          <p:cNvSpPr txBox="1"/>
          <p:nvPr/>
        </p:nvSpPr>
        <p:spPr>
          <a:xfrm>
            <a:off x="3804675" y="833425"/>
            <a:ext cx="548700" cy="88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9100" lvl="0" marL="45720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212121"/>
              </a:buClr>
              <a:buSzPts val="3000"/>
              <a:buFont typeface="Inter"/>
              <a:buChar char="★"/>
            </a:pPr>
            <a:r>
              <a:t/>
            </a:r>
            <a:endParaRPr b="1" sz="1500">
              <a:solidFill>
                <a:srgbClr val="21212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rgbClr val="21212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08" name="Google Shape;808;p42"/>
          <p:cNvSpPr txBox="1"/>
          <p:nvPr/>
        </p:nvSpPr>
        <p:spPr>
          <a:xfrm>
            <a:off x="3742800" y="3080350"/>
            <a:ext cx="548700" cy="88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9100" lvl="0" marL="45720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212121"/>
              </a:buClr>
              <a:buSzPts val="3000"/>
              <a:buFont typeface="Inter"/>
              <a:buChar char="★"/>
            </a:pPr>
            <a:r>
              <a:t/>
            </a:r>
            <a:endParaRPr b="1" sz="1500">
              <a:solidFill>
                <a:srgbClr val="21212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rgbClr val="21212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809" name="Google Shape;809;p42"/>
          <p:cNvPicPr preferRelativeResize="0"/>
          <p:nvPr/>
        </p:nvPicPr>
        <p:blipFill rotWithShape="1">
          <a:blip r:embed="rId3">
            <a:alphaModFix/>
          </a:blip>
          <a:srcRect b="7741" l="9788" r="0" t="0"/>
          <a:stretch/>
        </p:blipFill>
        <p:spPr>
          <a:xfrm>
            <a:off x="293125" y="833425"/>
            <a:ext cx="4464151" cy="3968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10" name="Google Shape;810;p42"/>
          <p:cNvPicPr preferRelativeResize="0"/>
          <p:nvPr/>
        </p:nvPicPr>
        <p:blipFill rotWithShape="1">
          <a:blip r:embed="rId4">
            <a:alphaModFix/>
          </a:blip>
          <a:srcRect b="0" l="9519" r="0" t="0"/>
          <a:stretch/>
        </p:blipFill>
        <p:spPr>
          <a:xfrm>
            <a:off x="5088201" y="907113"/>
            <a:ext cx="3661776" cy="3820975"/>
          </a:xfrm>
          <a:prstGeom prst="rect">
            <a:avLst/>
          </a:prstGeom>
          <a:noFill/>
          <a:ln>
            <a:noFill/>
          </a:ln>
        </p:spPr>
      </p:pic>
      <p:sp>
        <p:nvSpPr>
          <p:cNvPr id="811" name="Google Shape;811;p42"/>
          <p:cNvSpPr/>
          <p:nvPr/>
        </p:nvSpPr>
        <p:spPr>
          <a:xfrm>
            <a:off x="3707950" y="2076625"/>
            <a:ext cx="425100" cy="167400"/>
          </a:xfrm>
          <a:prstGeom prst="leftArrow">
            <a:avLst>
              <a:gd fmla="val 50000" name="adj1"/>
              <a:gd fmla="val 50000" name="adj2"/>
            </a:avLst>
          </a:prstGeom>
          <a:solidFill>
            <a:srgbClr val="FF0000"/>
          </a:solidFill>
          <a:ln cap="flat" cmpd="sng" w="9525">
            <a:solidFill>
              <a:srgbClr val="19191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12" name="Google Shape;812;p42"/>
          <p:cNvSpPr/>
          <p:nvPr/>
        </p:nvSpPr>
        <p:spPr>
          <a:xfrm>
            <a:off x="3804600" y="3473475"/>
            <a:ext cx="425100" cy="167400"/>
          </a:xfrm>
          <a:prstGeom prst="leftArrow">
            <a:avLst>
              <a:gd fmla="val 50000" name="adj1"/>
              <a:gd fmla="val 50000" name="adj2"/>
            </a:avLst>
          </a:prstGeom>
          <a:solidFill>
            <a:srgbClr val="FF0000"/>
          </a:solidFill>
          <a:ln cap="flat" cmpd="sng" w="9525">
            <a:solidFill>
              <a:srgbClr val="19191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13" name="Google Shape;813;p42"/>
          <p:cNvSpPr/>
          <p:nvPr/>
        </p:nvSpPr>
        <p:spPr>
          <a:xfrm>
            <a:off x="8131675" y="1191775"/>
            <a:ext cx="425100" cy="167400"/>
          </a:xfrm>
          <a:prstGeom prst="leftArrow">
            <a:avLst>
              <a:gd fmla="val 50000" name="adj1"/>
              <a:gd fmla="val 50000" name="adj2"/>
            </a:avLst>
          </a:prstGeom>
          <a:solidFill>
            <a:srgbClr val="FF0000"/>
          </a:solidFill>
          <a:ln cap="flat" cmpd="sng" w="9525">
            <a:solidFill>
              <a:srgbClr val="19191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14" name="Google Shape;814;p42"/>
          <p:cNvSpPr/>
          <p:nvPr/>
        </p:nvSpPr>
        <p:spPr>
          <a:xfrm>
            <a:off x="8284125" y="4136800"/>
            <a:ext cx="425100" cy="167400"/>
          </a:xfrm>
          <a:prstGeom prst="leftArrow">
            <a:avLst>
              <a:gd fmla="val 50000" name="adj1"/>
              <a:gd fmla="val 50000" name="adj2"/>
            </a:avLst>
          </a:prstGeom>
          <a:solidFill>
            <a:srgbClr val="FF0000"/>
          </a:solidFill>
          <a:ln cap="flat" cmpd="sng" w="9525">
            <a:solidFill>
              <a:srgbClr val="19191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8" name="Shape 8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" name="Google Shape;819;p43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Prediction of SARS-CoV-2 Resistance</a:t>
            </a:r>
            <a:endParaRPr/>
          </a:p>
        </p:txBody>
      </p:sp>
      <p:sp>
        <p:nvSpPr>
          <p:cNvPr id="820" name="Google Shape;820;p4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21" name="Google Shape;821;p43"/>
          <p:cNvSpPr txBox="1"/>
          <p:nvPr/>
        </p:nvSpPr>
        <p:spPr>
          <a:xfrm>
            <a:off x="720000" y="1316250"/>
            <a:ext cx="5618100" cy="251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Inter"/>
              <a:buChar char="★"/>
            </a:pPr>
            <a:r>
              <a:rPr lang="en" sz="15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Do n</a:t>
            </a:r>
            <a:r>
              <a:rPr lang="en" sz="15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ot rely </a:t>
            </a:r>
            <a:r>
              <a:rPr b="1" lang="en" sz="15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solely</a:t>
            </a:r>
            <a:r>
              <a:rPr lang="en" sz="15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on full-sequence similarity or critical residues </a:t>
            </a:r>
            <a:endParaRPr sz="15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2385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Inter"/>
              <a:buChar char="★"/>
            </a:pPr>
            <a:r>
              <a:rPr lang="en" sz="15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Other </a:t>
            </a:r>
            <a:r>
              <a:rPr b="1" lang="en" sz="15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factors</a:t>
            </a:r>
            <a:r>
              <a:rPr lang="en" sz="15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:</a:t>
            </a:r>
            <a:endParaRPr sz="15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Inter"/>
              <a:buChar char="○"/>
            </a:pPr>
            <a:r>
              <a:rPr lang="en" sz="15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ACE2 expression levels</a:t>
            </a:r>
            <a:endParaRPr sz="15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Inter"/>
              <a:buChar char="○"/>
            </a:pPr>
            <a:r>
              <a:rPr lang="en" sz="15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Presence of proteases </a:t>
            </a:r>
            <a:r>
              <a:rPr lang="en" sz="15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such as</a:t>
            </a:r>
            <a:r>
              <a:rPr lang="en" sz="15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TMPRSS2</a:t>
            </a:r>
            <a:endParaRPr sz="15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Inter"/>
              <a:buChar char="○"/>
            </a:pPr>
            <a:r>
              <a:rPr lang="en" sz="15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Additional host-pathogen interactions </a:t>
            </a:r>
            <a:endParaRPr b="1" sz="15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822" name="Google Shape;822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3632" y="3258732"/>
            <a:ext cx="3975999" cy="1167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23" name="Google Shape;823;p43"/>
          <p:cNvPicPr preferRelativeResize="0"/>
          <p:nvPr/>
        </p:nvPicPr>
        <p:blipFill rotWithShape="1">
          <a:blip r:embed="rId4">
            <a:alphaModFix/>
          </a:blip>
          <a:srcRect b="0" l="0" r="0" t="8617"/>
          <a:stretch/>
        </p:blipFill>
        <p:spPr>
          <a:xfrm>
            <a:off x="4534663" y="3258725"/>
            <a:ext cx="4195700" cy="1125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Genetic Diseases by Slidesgo">
  <a:themeElements>
    <a:clrScheme name="Simple Light">
      <a:dk1>
        <a:srgbClr val="FFFFFF"/>
      </a:dk1>
      <a:lt1>
        <a:srgbClr val="00045A"/>
      </a:lt1>
      <a:dk2>
        <a:srgbClr val="00FFFF"/>
      </a:dk2>
      <a:lt2>
        <a:srgbClr val="1A81B4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